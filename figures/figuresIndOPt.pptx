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4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5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notesSlides/notesSlide6.xml" ContentType="application/vnd.openxmlformats-officedocument.presentationml.notesSlid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1677" r:id="rId2"/>
    <p:sldId id="1697" r:id="rId3"/>
    <p:sldId id="1695" r:id="rId4"/>
    <p:sldId id="1696" r:id="rId5"/>
    <p:sldId id="1679" r:id="rId6"/>
    <p:sldId id="1680" r:id="rId7"/>
    <p:sldId id="1681" r:id="rId8"/>
    <p:sldId id="1694" r:id="rId9"/>
    <p:sldId id="1682" r:id="rId10"/>
    <p:sldId id="1693" r:id="rId11"/>
    <p:sldId id="1689" r:id="rId12"/>
    <p:sldId id="1685" r:id="rId13"/>
    <p:sldId id="1686" r:id="rId14"/>
    <p:sldId id="1688" r:id="rId15"/>
    <p:sldId id="1690" r:id="rId16"/>
    <p:sldId id="16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EC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94614"/>
  </p:normalViewPr>
  <p:slideViewPr>
    <p:cSldViewPr snapToGrid="0">
      <p:cViewPr>
        <p:scale>
          <a:sx n="90" d="100"/>
          <a:sy n="90" d="100"/>
        </p:scale>
        <p:origin x="-32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487543032696354E-2"/>
          <c:y val="4.4503091539737603E-2"/>
          <c:w val="0.9406548106561361"/>
          <c:h val="0.89731335121222799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solidFill>
                <a:schemeClr val="bg1">
                  <a:lumMod val="65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345189343863951E-2"/>
          <c:y val="5.1343324393885989E-2"/>
          <c:w val="0.9406548106561361"/>
          <c:h val="0.89731335121222799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FF000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345189343863951E-2"/>
          <c:y val="5.1343324393885989E-2"/>
          <c:w val="0.9406548106561361"/>
          <c:h val="0.89731335121222799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156082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345189343863951E-2"/>
          <c:y val="5.1343324393885989E-2"/>
          <c:w val="0.9406548106561361"/>
          <c:h val="0.89731335121222799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solidFill>
                <a:schemeClr val="bg1">
                  <a:lumMod val="65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1">
                  <c:v>-4</c:v>
                </c:pt>
                <c:pt idx="2">
                  <c:v>-3.9</c:v>
                </c:pt>
                <c:pt idx="3">
                  <c:v>-3.8</c:v>
                </c:pt>
                <c:pt idx="4">
                  <c:v>-3.7</c:v>
                </c:pt>
                <c:pt idx="5">
                  <c:v>-3.6</c:v>
                </c:pt>
                <c:pt idx="6">
                  <c:v>-3.5</c:v>
                </c:pt>
                <c:pt idx="7">
                  <c:v>-3.4</c:v>
                </c:pt>
                <c:pt idx="8">
                  <c:v>-3.3</c:v>
                </c:pt>
                <c:pt idx="9">
                  <c:v>-3.2</c:v>
                </c:pt>
                <c:pt idx="10">
                  <c:v>-3.1</c:v>
                </c:pt>
                <c:pt idx="11">
                  <c:v>-3</c:v>
                </c:pt>
                <c:pt idx="12">
                  <c:v>-2.9</c:v>
                </c:pt>
                <c:pt idx="13">
                  <c:v>-2.8</c:v>
                </c:pt>
                <c:pt idx="14">
                  <c:v>-2.7</c:v>
                </c:pt>
                <c:pt idx="15">
                  <c:v>-2.6</c:v>
                </c:pt>
                <c:pt idx="16">
                  <c:v>-2.5</c:v>
                </c:pt>
                <c:pt idx="17">
                  <c:v>-2.4</c:v>
                </c:pt>
                <c:pt idx="18">
                  <c:v>-2.2999999999999998</c:v>
                </c:pt>
                <c:pt idx="19">
                  <c:v>-2.2000000000000002</c:v>
                </c:pt>
                <c:pt idx="20">
                  <c:v>-2.1</c:v>
                </c:pt>
                <c:pt idx="21">
                  <c:v>-2</c:v>
                </c:pt>
                <c:pt idx="22">
                  <c:v>-1.9</c:v>
                </c:pt>
                <c:pt idx="23">
                  <c:v>-1.8</c:v>
                </c:pt>
                <c:pt idx="24">
                  <c:v>-1.7</c:v>
                </c:pt>
                <c:pt idx="25">
                  <c:v>-1.6</c:v>
                </c:pt>
                <c:pt idx="26">
                  <c:v>-1.5</c:v>
                </c:pt>
                <c:pt idx="27">
                  <c:v>-1.4</c:v>
                </c:pt>
                <c:pt idx="28">
                  <c:v>-1.3</c:v>
                </c:pt>
                <c:pt idx="29">
                  <c:v>-1.2</c:v>
                </c:pt>
                <c:pt idx="30">
                  <c:v>-1.1000000000000001</c:v>
                </c:pt>
                <c:pt idx="31">
                  <c:v>-1</c:v>
                </c:pt>
                <c:pt idx="32">
                  <c:v>-0.9</c:v>
                </c:pt>
                <c:pt idx="33">
                  <c:v>-0.8</c:v>
                </c:pt>
                <c:pt idx="34">
                  <c:v>-0.7</c:v>
                </c:pt>
                <c:pt idx="35">
                  <c:v>-0.6</c:v>
                </c:pt>
                <c:pt idx="36">
                  <c:v>-0.5</c:v>
                </c:pt>
                <c:pt idx="37">
                  <c:v>-0.4</c:v>
                </c:pt>
                <c:pt idx="38">
                  <c:v>-0.3</c:v>
                </c:pt>
                <c:pt idx="39">
                  <c:v>-0.2</c:v>
                </c:pt>
                <c:pt idx="40">
                  <c:v>-0.1</c:v>
                </c:pt>
                <c:pt idx="41">
                  <c:v>0</c:v>
                </c:pt>
                <c:pt idx="42">
                  <c:v>9.9999999999999603E-2</c:v>
                </c:pt>
                <c:pt idx="43">
                  <c:v>0.2</c:v>
                </c:pt>
                <c:pt idx="44">
                  <c:v>0.3</c:v>
                </c:pt>
                <c:pt idx="45">
                  <c:v>0.4</c:v>
                </c:pt>
                <c:pt idx="46">
                  <c:v>0.5</c:v>
                </c:pt>
                <c:pt idx="47">
                  <c:v>0.6</c:v>
                </c:pt>
                <c:pt idx="48">
                  <c:v>0.7</c:v>
                </c:pt>
                <c:pt idx="49">
                  <c:v>0.8</c:v>
                </c:pt>
                <c:pt idx="50">
                  <c:v>0.9</c:v>
                </c:pt>
                <c:pt idx="51">
                  <c:v>1</c:v>
                </c:pt>
                <c:pt idx="52">
                  <c:v>1.1000000000000001</c:v>
                </c:pt>
                <c:pt idx="53">
                  <c:v>1.2</c:v>
                </c:pt>
                <c:pt idx="54">
                  <c:v>1.3</c:v>
                </c:pt>
                <c:pt idx="55">
                  <c:v>1.4</c:v>
                </c:pt>
                <c:pt idx="56">
                  <c:v>1.50000000000001</c:v>
                </c:pt>
                <c:pt idx="57">
                  <c:v>1.6</c:v>
                </c:pt>
                <c:pt idx="58">
                  <c:v>1.7</c:v>
                </c:pt>
                <c:pt idx="59">
                  <c:v>1.80000000000001</c:v>
                </c:pt>
                <c:pt idx="60">
                  <c:v>1.9000000000000099</c:v>
                </c:pt>
                <c:pt idx="61">
                  <c:v>2.0000000000000102</c:v>
                </c:pt>
                <c:pt idx="62">
                  <c:v>2.1</c:v>
                </c:pt>
                <c:pt idx="63">
                  <c:v>2.2000000000000099</c:v>
                </c:pt>
                <c:pt idx="64">
                  <c:v>2.30000000000001</c:v>
                </c:pt>
                <c:pt idx="65">
                  <c:v>2.4000000000000101</c:v>
                </c:pt>
                <c:pt idx="66">
                  <c:v>2.5000000000000102</c:v>
                </c:pt>
                <c:pt idx="67">
                  <c:v>2.6000000000000099</c:v>
                </c:pt>
                <c:pt idx="68">
                  <c:v>2.7000000000000099</c:v>
                </c:pt>
                <c:pt idx="69">
                  <c:v>2.80000000000001</c:v>
                </c:pt>
                <c:pt idx="70">
                  <c:v>2.9000000000000101</c:v>
                </c:pt>
                <c:pt idx="71">
                  <c:v>3.0000000000000102</c:v>
                </c:pt>
                <c:pt idx="72">
                  <c:v>3.1000000000000099</c:v>
                </c:pt>
                <c:pt idx="73">
                  <c:v>3.2000000000000099</c:v>
                </c:pt>
                <c:pt idx="74">
                  <c:v>3.30000000000001</c:v>
                </c:pt>
                <c:pt idx="75">
                  <c:v>3.4000000000000101</c:v>
                </c:pt>
                <c:pt idx="76">
                  <c:v>3.5000000000000102</c:v>
                </c:pt>
                <c:pt idx="77">
                  <c:v>3.6000000000000099</c:v>
                </c:pt>
                <c:pt idx="78">
                  <c:v>3.7000000000000099</c:v>
                </c:pt>
                <c:pt idx="79">
                  <c:v>3.80000000000001</c:v>
                </c:pt>
                <c:pt idx="80">
                  <c:v>3.9000000000000101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0</c:v>
                </c:pt>
                <c:pt idx="1">
                  <c:v>1.3383022576488537E-4</c:v>
                </c:pt>
                <c:pt idx="2">
                  <c:v>1.9865547139277272E-4</c:v>
                </c:pt>
                <c:pt idx="3">
                  <c:v>2.9194692579146027E-4</c:v>
                </c:pt>
                <c:pt idx="4">
                  <c:v>4.2478027055075143E-4</c:v>
                </c:pt>
                <c:pt idx="5">
                  <c:v>6.119019301137719E-4</c:v>
                </c:pt>
                <c:pt idx="6">
                  <c:v>8.7268269504576015E-4</c:v>
                </c:pt>
                <c:pt idx="7">
                  <c:v>1.2322191684730199E-3</c:v>
                </c:pt>
                <c:pt idx="8">
                  <c:v>1.7225689390536812E-3</c:v>
                </c:pt>
                <c:pt idx="9">
                  <c:v>2.3840882014648404E-3</c:v>
                </c:pt>
                <c:pt idx="10">
                  <c:v>3.2668190561999182E-3</c:v>
                </c:pt>
                <c:pt idx="11">
                  <c:v>4.4318484119380075E-3</c:v>
                </c:pt>
                <c:pt idx="12">
                  <c:v>5.9525324197758538E-3</c:v>
                </c:pt>
                <c:pt idx="13">
                  <c:v>7.9154515829799686E-3</c:v>
                </c:pt>
                <c:pt idx="14">
                  <c:v>1.0420934814422592E-2</c:v>
                </c:pt>
                <c:pt idx="15">
                  <c:v>1.3582969233685613E-2</c:v>
                </c:pt>
                <c:pt idx="16">
                  <c:v>1.752830049356854E-2</c:v>
                </c:pt>
                <c:pt idx="17">
                  <c:v>2.2394530294842899E-2</c:v>
                </c:pt>
                <c:pt idx="18">
                  <c:v>2.8327037741601186E-2</c:v>
                </c:pt>
                <c:pt idx="19">
                  <c:v>3.5474592846231424E-2</c:v>
                </c:pt>
                <c:pt idx="20">
                  <c:v>4.3983595980427191E-2</c:v>
                </c:pt>
                <c:pt idx="21">
                  <c:v>5.3990966513188063E-2</c:v>
                </c:pt>
                <c:pt idx="22">
                  <c:v>6.5615814774676595E-2</c:v>
                </c:pt>
                <c:pt idx="23">
                  <c:v>7.8950158300894149E-2</c:v>
                </c:pt>
                <c:pt idx="24">
                  <c:v>9.4049077376886947E-2</c:v>
                </c:pt>
                <c:pt idx="25">
                  <c:v>0.11092083467945554</c:v>
                </c:pt>
                <c:pt idx="26">
                  <c:v>0.12951759566589174</c:v>
                </c:pt>
                <c:pt idx="27">
                  <c:v>0.14972746563574488</c:v>
                </c:pt>
                <c:pt idx="28">
                  <c:v>0.17136859204780736</c:v>
                </c:pt>
                <c:pt idx="29">
                  <c:v>0.19418605498321295</c:v>
                </c:pt>
                <c:pt idx="30">
                  <c:v>0.21785217703255053</c:v>
                </c:pt>
                <c:pt idx="31">
                  <c:v>0.24197072451914337</c:v>
                </c:pt>
                <c:pt idx="32">
                  <c:v>0.26608524989875482</c:v>
                </c:pt>
                <c:pt idx="33">
                  <c:v>0.28969155276148273</c:v>
                </c:pt>
                <c:pt idx="34">
                  <c:v>0.31225393336676127</c:v>
                </c:pt>
                <c:pt idx="35">
                  <c:v>0.33322460289179967</c:v>
                </c:pt>
                <c:pt idx="36">
                  <c:v>0.35206532676429952</c:v>
                </c:pt>
                <c:pt idx="37">
                  <c:v>0.36827014030332333</c:v>
                </c:pt>
                <c:pt idx="38">
                  <c:v>0.38138781546052414</c:v>
                </c:pt>
                <c:pt idx="39">
                  <c:v>0.39104269397545588</c:v>
                </c:pt>
                <c:pt idx="40">
                  <c:v>0.39695254747701181</c:v>
                </c:pt>
                <c:pt idx="41">
                  <c:v>0.3989422804014327</c:v>
                </c:pt>
                <c:pt idx="42">
                  <c:v>0.39695254747701181</c:v>
                </c:pt>
                <c:pt idx="43">
                  <c:v>0.39104269397545588</c:v>
                </c:pt>
                <c:pt idx="44">
                  <c:v>0.38138781546052414</c:v>
                </c:pt>
                <c:pt idx="45">
                  <c:v>0.36827014030332333</c:v>
                </c:pt>
                <c:pt idx="46">
                  <c:v>0.35206532676429952</c:v>
                </c:pt>
                <c:pt idx="47">
                  <c:v>0.33322460289179967</c:v>
                </c:pt>
                <c:pt idx="48">
                  <c:v>0.31225393336676127</c:v>
                </c:pt>
                <c:pt idx="49">
                  <c:v>0.28969155276148273</c:v>
                </c:pt>
                <c:pt idx="50">
                  <c:v>0.26608524989875482</c:v>
                </c:pt>
                <c:pt idx="51">
                  <c:v>0.24197072451914337</c:v>
                </c:pt>
                <c:pt idx="52">
                  <c:v>0.21785217703255053</c:v>
                </c:pt>
                <c:pt idx="53">
                  <c:v>0.19418605498321295</c:v>
                </c:pt>
                <c:pt idx="54">
                  <c:v>0.17136859204780736</c:v>
                </c:pt>
                <c:pt idx="55">
                  <c:v>0.14972746563574488</c:v>
                </c:pt>
                <c:pt idx="56">
                  <c:v>0.1295175956658898</c:v>
                </c:pt>
                <c:pt idx="57">
                  <c:v>0.11092083467945554</c:v>
                </c:pt>
                <c:pt idx="58">
                  <c:v>9.4049077376886947E-2</c:v>
                </c:pt>
                <c:pt idx="59">
                  <c:v>7.8950158300892734E-2</c:v>
                </c:pt>
                <c:pt idx="60">
                  <c:v>6.561581477467536E-2</c:v>
                </c:pt>
                <c:pt idx="61">
                  <c:v>5.3990966513186953E-2</c:v>
                </c:pt>
                <c:pt idx="62">
                  <c:v>4.3983595980427191E-2</c:v>
                </c:pt>
                <c:pt idx="63">
                  <c:v>3.5474592846230668E-2</c:v>
                </c:pt>
                <c:pt idx="64">
                  <c:v>2.8327037741600516E-2</c:v>
                </c:pt>
                <c:pt idx="65">
                  <c:v>2.2394530294842355E-2</c:v>
                </c:pt>
                <c:pt idx="66">
                  <c:v>1.7528300493568086E-2</c:v>
                </c:pt>
                <c:pt idx="67">
                  <c:v>1.3582969233685271E-2</c:v>
                </c:pt>
                <c:pt idx="68">
                  <c:v>1.0420934814422318E-2</c:v>
                </c:pt>
                <c:pt idx="69">
                  <c:v>7.915451582979743E-3</c:v>
                </c:pt>
                <c:pt idx="70">
                  <c:v>5.9525324197756795E-3</c:v>
                </c:pt>
                <c:pt idx="71">
                  <c:v>4.4318484119378696E-3</c:v>
                </c:pt>
                <c:pt idx="72">
                  <c:v>3.2668190561998202E-3</c:v>
                </c:pt>
                <c:pt idx="73">
                  <c:v>2.3840882014647662E-3</c:v>
                </c:pt>
                <c:pt idx="74">
                  <c:v>1.7225689390536229E-3</c:v>
                </c:pt>
                <c:pt idx="75">
                  <c:v>1.2322191684729772E-3</c:v>
                </c:pt>
                <c:pt idx="76">
                  <c:v>8.7268269504572915E-4</c:v>
                </c:pt>
                <c:pt idx="77">
                  <c:v>6.1190193011375076E-4</c:v>
                </c:pt>
                <c:pt idx="78">
                  <c:v>4.2478027055073593E-4</c:v>
                </c:pt>
                <c:pt idx="79">
                  <c:v>2.919469257914491E-4</c:v>
                </c:pt>
                <c:pt idx="80">
                  <c:v>1.9865547139276475E-4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F80-6447-8FC0-E91FD213F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25400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345189343863951E-2"/>
          <c:y val="5.1343324393885989E-2"/>
          <c:w val="0.9406548106561361"/>
          <c:h val="0.89731335121222799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solidFill>
                <a:schemeClr val="bg1">
                  <a:lumMod val="65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345189343863951E-2"/>
          <c:y val="5.1343324393885989E-2"/>
          <c:w val="0.9406548106561361"/>
          <c:h val="0.89731335121222799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solidFill>
                <a:schemeClr val="bg1">
                  <a:lumMod val="65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1">
                  <c:v>-4</c:v>
                </c:pt>
                <c:pt idx="2">
                  <c:v>-3.9</c:v>
                </c:pt>
                <c:pt idx="3">
                  <c:v>-3.8</c:v>
                </c:pt>
                <c:pt idx="4">
                  <c:v>-3.7</c:v>
                </c:pt>
                <c:pt idx="5">
                  <c:v>-3.6</c:v>
                </c:pt>
                <c:pt idx="6">
                  <c:v>-3.5</c:v>
                </c:pt>
                <c:pt idx="7">
                  <c:v>-3.4</c:v>
                </c:pt>
                <c:pt idx="8">
                  <c:v>-3.3</c:v>
                </c:pt>
                <c:pt idx="9">
                  <c:v>-3.2</c:v>
                </c:pt>
                <c:pt idx="10">
                  <c:v>-3.1</c:v>
                </c:pt>
                <c:pt idx="11">
                  <c:v>-3</c:v>
                </c:pt>
                <c:pt idx="12">
                  <c:v>-2.9</c:v>
                </c:pt>
                <c:pt idx="13">
                  <c:v>-2.8</c:v>
                </c:pt>
                <c:pt idx="14">
                  <c:v>-2.7</c:v>
                </c:pt>
                <c:pt idx="15">
                  <c:v>-2.6</c:v>
                </c:pt>
                <c:pt idx="16">
                  <c:v>-2.5</c:v>
                </c:pt>
                <c:pt idx="17">
                  <c:v>-2.4</c:v>
                </c:pt>
                <c:pt idx="18">
                  <c:v>-2.2999999999999998</c:v>
                </c:pt>
                <c:pt idx="19">
                  <c:v>-2.2000000000000002</c:v>
                </c:pt>
                <c:pt idx="20">
                  <c:v>-2.1</c:v>
                </c:pt>
                <c:pt idx="21">
                  <c:v>-2</c:v>
                </c:pt>
                <c:pt idx="22">
                  <c:v>-1.9</c:v>
                </c:pt>
                <c:pt idx="23">
                  <c:v>-1.8</c:v>
                </c:pt>
                <c:pt idx="24">
                  <c:v>-1.7</c:v>
                </c:pt>
                <c:pt idx="25">
                  <c:v>-1.6</c:v>
                </c:pt>
                <c:pt idx="26">
                  <c:v>-1.5</c:v>
                </c:pt>
                <c:pt idx="27">
                  <c:v>-1.4</c:v>
                </c:pt>
                <c:pt idx="28">
                  <c:v>-1.3</c:v>
                </c:pt>
                <c:pt idx="29">
                  <c:v>-1.2</c:v>
                </c:pt>
                <c:pt idx="30">
                  <c:v>-1.1000000000000001</c:v>
                </c:pt>
                <c:pt idx="31">
                  <c:v>-1</c:v>
                </c:pt>
                <c:pt idx="32">
                  <c:v>-0.9</c:v>
                </c:pt>
                <c:pt idx="33">
                  <c:v>-0.8</c:v>
                </c:pt>
                <c:pt idx="34">
                  <c:v>-0.7</c:v>
                </c:pt>
                <c:pt idx="35">
                  <c:v>-0.6</c:v>
                </c:pt>
                <c:pt idx="36">
                  <c:v>-0.5</c:v>
                </c:pt>
                <c:pt idx="37">
                  <c:v>-0.4</c:v>
                </c:pt>
                <c:pt idx="38">
                  <c:v>-0.3</c:v>
                </c:pt>
                <c:pt idx="39">
                  <c:v>-0.2</c:v>
                </c:pt>
                <c:pt idx="40">
                  <c:v>-0.1</c:v>
                </c:pt>
                <c:pt idx="41">
                  <c:v>0</c:v>
                </c:pt>
                <c:pt idx="42">
                  <c:v>9.9999999999999603E-2</c:v>
                </c:pt>
                <c:pt idx="43">
                  <c:v>0.2</c:v>
                </c:pt>
                <c:pt idx="44">
                  <c:v>0.3</c:v>
                </c:pt>
                <c:pt idx="45">
                  <c:v>0.4</c:v>
                </c:pt>
                <c:pt idx="46">
                  <c:v>0.5</c:v>
                </c:pt>
                <c:pt idx="47">
                  <c:v>0.6</c:v>
                </c:pt>
                <c:pt idx="48">
                  <c:v>0.7</c:v>
                </c:pt>
                <c:pt idx="49">
                  <c:v>0.8</c:v>
                </c:pt>
                <c:pt idx="50">
                  <c:v>0.9</c:v>
                </c:pt>
                <c:pt idx="51">
                  <c:v>1</c:v>
                </c:pt>
                <c:pt idx="52">
                  <c:v>1.1000000000000001</c:v>
                </c:pt>
                <c:pt idx="53">
                  <c:v>1.2</c:v>
                </c:pt>
                <c:pt idx="54">
                  <c:v>1.3</c:v>
                </c:pt>
                <c:pt idx="55">
                  <c:v>1.4</c:v>
                </c:pt>
                <c:pt idx="56">
                  <c:v>1.50000000000001</c:v>
                </c:pt>
                <c:pt idx="57">
                  <c:v>1.6</c:v>
                </c:pt>
                <c:pt idx="58">
                  <c:v>1.7</c:v>
                </c:pt>
                <c:pt idx="59">
                  <c:v>1.80000000000001</c:v>
                </c:pt>
                <c:pt idx="60">
                  <c:v>1.9000000000000099</c:v>
                </c:pt>
                <c:pt idx="61">
                  <c:v>2.0000000000000102</c:v>
                </c:pt>
                <c:pt idx="62">
                  <c:v>2.1</c:v>
                </c:pt>
                <c:pt idx="63">
                  <c:v>2.2000000000000099</c:v>
                </c:pt>
                <c:pt idx="64">
                  <c:v>2.30000000000001</c:v>
                </c:pt>
                <c:pt idx="65">
                  <c:v>2.4000000000000101</c:v>
                </c:pt>
                <c:pt idx="66">
                  <c:v>2.5000000000000102</c:v>
                </c:pt>
                <c:pt idx="67">
                  <c:v>2.6000000000000099</c:v>
                </c:pt>
                <c:pt idx="68">
                  <c:v>2.7000000000000099</c:v>
                </c:pt>
                <c:pt idx="69">
                  <c:v>2.80000000000001</c:v>
                </c:pt>
                <c:pt idx="70">
                  <c:v>2.9000000000000101</c:v>
                </c:pt>
                <c:pt idx="71">
                  <c:v>3.0000000000000102</c:v>
                </c:pt>
                <c:pt idx="72">
                  <c:v>3.1000000000000099</c:v>
                </c:pt>
                <c:pt idx="73">
                  <c:v>3.2000000000000099</c:v>
                </c:pt>
                <c:pt idx="74">
                  <c:v>3.30000000000001</c:v>
                </c:pt>
                <c:pt idx="75">
                  <c:v>3.4000000000000101</c:v>
                </c:pt>
                <c:pt idx="76">
                  <c:v>3.5000000000000102</c:v>
                </c:pt>
                <c:pt idx="77">
                  <c:v>3.6000000000000099</c:v>
                </c:pt>
                <c:pt idx="78">
                  <c:v>3.7000000000000099</c:v>
                </c:pt>
                <c:pt idx="79">
                  <c:v>3.80000000000001</c:v>
                </c:pt>
                <c:pt idx="80">
                  <c:v>3.9000000000000101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0</c:v>
                </c:pt>
                <c:pt idx="1">
                  <c:v>1.3383022576488537E-4</c:v>
                </c:pt>
                <c:pt idx="2">
                  <c:v>1.9865547139277272E-4</c:v>
                </c:pt>
                <c:pt idx="3">
                  <c:v>2.9194692579146027E-4</c:v>
                </c:pt>
                <c:pt idx="4">
                  <c:v>4.2478027055075143E-4</c:v>
                </c:pt>
                <c:pt idx="5">
                  <c:v>6.119019301137719E-4</c:v>
                </c:pt>
                <c:pt idx="6">
                  <c:v>8.7268269504576015E-4</c:v>
                </c:pt>
                <c:pt idx="7">
                  <c:v>1.2322191684730199E-3</c:v>
                </c:pt>
                <c:pt idx="8">
                  <c:v>1.7225689390536812E-3</c:v>
                </c:pt>
                <c:pt idx="9">
                  <c:v>2.3840882014648404E-3</c:v>
                </c:pt>
                <c:pt idx="10">
                  <c:v>3.2668190561999182E-3</c:v>
                </c:pt>
                <c:pt idx="11">
                  <c:v>4.4318484119380075E-3</c:v>
                </c:pt>
                <c:pt idx="12">
                  <c:v>5.9525324197758538E-3</c:v>
                </c:pt>
                <c:pt idx="13">
                  <c:v>7.9154515829799686E-3</c:v>
                </c:pt>
                <c:pt idx="14">
                  <c:v>1.0420934814422592E-2</c:v>
                </c:pt>
                <c:pt idx="15">
                  <c:v>1.3582969233685613E-2</c:v>
                </c:pt>
                <c:pt idx="16">
                  <c:v>1.752830049356854E-2</c:v>
                </c:pt>
                <c:pt idx="17">
                  <c:v>2.2394530294842899E-2</c:v>
                </c:pt>
                <c:pt idx="18">
                  <c:v>2.8327037741601186E-2</c:v>
                </c:pt>
                <c:pt idx="19">
                  <c:v>3.5474592846231424E-2</c:v>
                </c:pt>
                <c:pt idx="20">
                  <c:v>4.3983595980427191E-2</c:v>
                </c:pt>
                <c:pt idx="21">
                  <c:v>5.3990966513188063E-2</c:v>
                </c:pt>
                <c:pt idx="22">
                  <c:v>6.5615814774676595E-2</c:v>
                </c:pt>
                <c:pt idx="23">
                  <c:v>7.8950158300894149E-2</c:v>
                </c:pt>
                <c:pt idx="24">
                  <c:v>9.4049077376886947E-2</c:v>
                </c:pt>
                <c:pt idx="25">
                  <c:v>0.11092083467945554</c:v>
                </c:pt>
                <c:pt idx="26">
                  <c:v>0.12951759566589174</c:v>
                </c:pt>
                <c:pt idx="27">
                  <c:v>0.14972746563574488</c:v>
                </c:pt>
                <c:pt idx="28">
                  <c:v>0.17136859204780736</c:v>
                </c:pt>
                <c:pt idx="29">
                  <c:v>0.19418605498321295</c:v>
                </c:pt>
                <c:pt idx="30">
                  <c:v>0.21785217703255053</c:v>
                </c:pt>
                <c:pt idx="31">
                  <c:v>0.24197072451914337</c:v>
                </c:pt>
                <c:pt idx="32">
                  <c:v>0.26608524989875482</c:v>
                </c:pt>
                <c:pt idx="33">
                  <c:v>0.28969155276148273</c:v>
                </c:pt>
                <c:pt idx="34">
                  <c:v>0.31225393336676127</c:v>
                </c:pt>
                <c:pt idx="35">
                  <c:v>0.33322460289179967</c:v>
                </c:pt>
                <c:pt idx="36">
                  <c:v>0.35206532676429952</c:v>
                </c:pt>
                <c:pt idx="37">
                  <c:v>0.36827014030332333</c:v>
                </c:pt>
                <c:pt idx="38">
                  <c:v>0.38138781546052414</c:v>
                </c:pt>
                <c:pt idx="39">
                  <c:v>0.39104269397545588</c:v>
                </c:pt>
                <c:pt idx="40">
                  <c:v>0.39695254747701181</c:v>
                </c:pt>
                <c:pt idx="41">
                  <c:v>0.3989422804014327</c:v>
                </c:pt>
                <c:pt idx="42">
                  <c:v>0.39695254747701181</c:v>
                </c:pt>
                <c:pt idx="43">
                  <c:v>0.39104269397545588</c:v>
                </c:pt>
                <c:pt idx="44">
                  <c:v>0.38138781546052414</c:v>
                </c:pt>
                <c:pt idx="45">
                  <c:v>0.36827014030332333</c:v>
                </c:pt>
                <c:pt idx="46">
                  <c:v>0.35206532676429952</c:v>
                </c:pt>
                <c:pt idx="47">
                  <c:v>0.33322460289179967</c:v>
                </c:pt>
                <c:pt idx="48">
                  <c:v>0.31225393336676127</c:v>
                </c:pt>
                <c:pt idx="49">
                  <c:v>0.28969155276148273</c:v>
                </c:pt>
                <c:pt idx="50">
                  <c:v>0.26608524989875482</c:v>
                </c:pt>
                <c:pt idx="51">
                  <c:v>0.24197072451914337</c:v>
                </c:pt>
                <c:pt idx="52">
                  <c:v>0.21785217703255053</c:v>
                </c:pt>
                <c:pt idx="53">
                  <c:v>0.19418605498321295</c:v>
                </c:pt>
                <c:pt idx="54">
                  <c:v>0.17136859204780736</c:v>
                </c:pt>
                <c:pt idx="55">
                  <c:v>0.14972746563574488</c:v>
                </c:pt>
                <c:pt idx="56">
                  <c:v>0.1295175956658898</c:v>
                </c:pt>
                <c:pt idx="57">
                  <c:v>0.11092083467945554</c:v>
                </c:pt>
                <c:pt idx="58">
                  <c:v>9.4049077376886947E-2</c:v>
                </c:pt>
                <c:pt idx="59">
                  <c:v>7.8950158300892734E-2</c:v>
                </c:pt>
                <c:pt idx="60">
                  <c:v>6.561581477467536E-2</c:v>
                </c:pt>
                <c:pt idx="61">
                  <c:v>5.3990966513186953E-2</c:v>
                </c:pt>
                <c:pt idx="62">
                  <c:v>4.3983595980427191E-2</c:v>
                </c:pt>
                <c:pt idx="63">
                  <c:v>3.5474592846230668E-2</c:v>
                </c:pt>
                <c:pt idx="64">
                  <c:v>2.8327037741600516E-2</c:v>
                </c:pt>
                <c:pt idx="65">
                  <c:v>2.2394530294842355E-2</c:v>
                </c:pt>
                <c:pt idx="66">
                  <c:v>1.7528300493568086E-2</c:v>
                </c:pt>
                <c:pt idx="67">
                  <c:v>1.3582969233685271E-2</c:v>
                </c:pt>
                <c:pt idx="68">
                  <c:v>1.0420934814422318E-2</c:v>
                </c:pt>
                <c:pt idx="69">
                  <c:v>7.915451582979743E-3</c:v>
                </c:pt>
                <c:pt idx="70">
                  <c:v>5.9525324197756795E-3</c:v>
                </c:pt>
                <c:pt idx="71">
                  <c:v>4.4318484119378696E-3</c:v>
                </c:pt>
                <c:pt idx="72">
                  <c:v>3.2668190561998202E-3</c:v>
                </c:pt>
                <c:pt idx="73">
                  <c:v>2.3840882014647662E-3</c:v>
                </c:pt>
                <c:pt idx="74">
                  <c:v>1.7225689390536229E-3</c:v>
                </c:pt>
                <c:pt idx="75">
                  <c:v>1.2322191684729772E-3</c:v>
                </c:pt>
                <c:pt idx="76">
                  <c:v>8.7268269504572915E-4</c:v>
                </c:pt>
                <c:pt idx="77">
                  <c:v>6.1190193011375076E-4</c:v>
                </c:pt>
                <c:pt idx="78">
                  <c:v>4.2478027055073593E-4</c:v>
                </c:pt>
                <c:pt idx="79">
                  <c:v>2.919469257914491E-4</c:v>
                </c:pt>
                <c:pt idx="80">
                  <c:v>1.9865547139276475E-4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F80-6447-8FC0-E91FD213F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25400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25400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345189343863951E-2"/>
          <c:y val="5.1343257858112328E-2"/>
          <c:w val="0.9406548106561361"/>
          <c:h val="0.89731335121222799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00B0F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25400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345189343863951E-2"/>
          <c:y val="5.1343257858112328E-2"/>
          <c:w val="0.9406548106561361"/>
          <c:h val="0.89731335121222799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solidFill>
                <a:schemeClr val="bg1">
                  <a:lumMod val="65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345189343863951E-2"/>
          <c:y val="5.1343324393885989E-2"/>
          <c:w val="0.9406548106561361"/>
          <c:h val="0.89731335121222799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FFC00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345189343863951E-2"/>
          <c:y val="5.1343324393885989E-2"/>
          <c:w val="0.9406548106561361"/>
          <c:h val="0.89731335121222799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FF000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345189343863951E-2"/>
          <c:y val="5.1343324393885989E-2"/>
          <c:w val="0.9406548106561361"/>
          <c:h val="0.89731335121222799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0021EC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CE1-5549-992A-CD861D8885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25400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113-BD42-8021-9AB4FF86E3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31750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345189343863951E-2"/>
          <c:y val="5.1343324393885989E-2"/>
          <c:w val="0.9406548106561361"/>
          <c:h val="0.89731335121222799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7030A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25400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0021EC"/>
              </a:solidFill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25400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0021EC"/>
              </a:solidFill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25400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345189343863951E-2"/>
          <c:y val="5.1343324393885989E-2"/>
          <c:w val="0.9406548106561361"/>
          <c:h val="0.89731335121222799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solidFill>
                <a:schemeClr val="bg1">
                  <a:lumMod val="65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exponential</c:v>
                </c:pt>
              </c:strCache>
            </c:strRef>
          </c:tx>
          <c:spPr>
            <a:ln w="38100" cap="rnd">
              <a:solidFill>
                <a:srgbClr val="FF000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Sheet1!$A$2:$A$82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Sheet1!$C$2:$C$82</c:f>
              <c:numCache>
                <c:formatCode>General</c:formatCode>
                <c:ptCount val="81"/>
                <c:pt idx="0">
                  <c:v>54.598150033144236</c:v>
                </c:pt>
                <c:pt idx="1">
                  <c:v>49.402449105530167</c:v>
                </c:pt>
                <c:pt idx="2">
                  <c:v>44.701184493300815</c:v>
                </c:pt>
                <c:pt idx="3">
                  <c:v>40.447304360067399</c:v>
                </c:pt>
                <c:pt idx="4">
                  <c:v>36.598234443677988</c:v>
                </c:pt>
                <c:pt idx="5">
                  <c:v>33.115451958692312</c:v>
                </c:pt>
                <c:pt idx="6">
                  <c:v>29.964100047397011</c:v>
                </c:pt>
                <c:pt idx="7">
                  <c:v>27.112638920657883</c:v>
                </c:pt>
                <c:pt idx="8">
                  <c:v>24.532530197109352</c:v>
                </c:pt>
                <c:pt idx="9">
                  <c:v>22.197951281441636</c:v>
                </c:pt>
                <c:pt idx="10">
                  <c:v>20.085536923187668</c:v>
                </c:pt>
                <c:pt idx="11">
                  <c:v>18.17414536944306</c:v>
                </c:pt>
                <c:pt idx="12">
                  <c:v>16.444646771097048</c:v>
                </c:pt>
                <c:pt idx="13">
                  <c:v>14.879731724872837</c:v>
                </c:pt>
                <c:pt idx="14">
                  <c:v>13.463738035001692</c:v>
                </c:pt>
                <c:pt idx="15">
                  <c:v>12.182493960703473</c:v>
                </c:pt>
                <c:pt idx="16">
                  <c:v>11.023176380641601</c:v>
                </c:pt>
                <c:pt idx="17">
                  <c:v>9.9741824548147182</c:v>
                </c:pt>
                <c:pt idx="18">
                  <c:v>9.025013499434122</c:v>
                </c:pt>
                <c:pt idx="19">
                  <c:v>8.1661699125676517</c:v>
                </c:pt>
                <c:pt idx="20">
                  <c:v>7.3890560989306504</c:v>
                </c:pt>
                <c:pt idx="21">
                  <c:v>6.6858944422792685</c:v>
                </c:pt>
                <c:pt idx="22">
                  <c:v>6.0496474644129465</c:v>
                </c:pt>
                <c:pt idx="23">
                  <c:v>5.4739473917271999</c:v>
                </c:pt>
                <c:pt idx="24">
                  <c:v>4.9530324243951149</c:v>
                </c:pt>
                <c:pt idx="25">
                  <c:v>4.4816890703380645</c:v>
                </c:pt>
                <c:pt idx="26">
                  <c:v>4.0551999668446745</c:v>
                </c:pt>
                <c:pt idx="27">
                  <c:v>3.6692966676192444</c:v>
                </c:pt>
                <c:pt idx="28">
                  <c:v>3.3201169227365472</c:v>
                </c:pt>
                <c:pt idx="29">
                  <c:v>3.0041660239464334</c:v>
                </c:pt>
                <c:pt idx="30">
                  <c:v>2.7182818284590451</c:v>
                </c:pt>
                <c:pt idx="31">
                  <c:v>2.4596031111569499</c:v>
                </c:pt>
                <c:pt idx="32">
                  <c:v>2.2255409284924679</c:v>
                </c:pt>
                <c:pt idx="33">
                  <c:v>2.0137527074704766</c:v>
                </c:pt>
                <c:pt idx="34">
                  <c:v>1.8221188003905089</c:v>
                </c:pt>
                <c:pt idx="35">
                  <c:v>1.6487212707001282</c:v>
                </c:pt>
                <c:pt idx="36">
                  <c:v>1.4918246976412703</c:v>
                </c:pt>
                <c:pt idx="37">
                  <c:v>1.3498588075760032</c:v>
                </c:pt>
                <c:pt idx="38">
                  <c:v>1.2214027581601699</c:v>
                </c:pt>
                <c:pt idx="39">
                  <c:v>1.1051709180756477</c:v>
                </c:pt>
                <c:pt idx="40">
                  <c:v>1</c:v>
                </c:pt>
                <c:pt idx="41">
                  <c:v>0.90483741803595996</c:v>
                </c:pt>
                <c:pt idx="42">
                  <c:v>0.81873075307798182</c:v>
                </c:pt>
                <c:pt idx="43">
                  <c:v>0.74081822068171788</c:v>
                </c:pt>
                <c:pt idx="44">
                  <c:v>0.67032004603563933</c:v>
                </c:pt>
                <c:pt idx="45">
                  <c:v>0.60653065971263342</c:v>
                </c:pt>
                <c:pt idx="46">
                  <c:v>0.54881163609402639</c:v>
                </c:pt>
                <c:pt idx="47">
                  <c:v>0.49658530379140953</c:v>
                </c:pt>
                <c:pt idx="48">
                  <c:v>0.44932896411722156</c:v>
                </c:pt>
                <c:pt idx="49">
                  <c:v>0.40656965974059911</c:v>
                </c:pt>
                <c:pt idx="50">
                  <c:v>0.36787944117144233</c:v>
                </c:pt>
                <c:pt idx="51">
                  <c:v>0.33287108369807955</c:v>
                </c:pt>
                <c:pt idx="52">
                  <c:v>0.30119421191220214</c:v>
                </c:pt>
                <c:pt idx="53">
                  <c:v>0.27253179303401259</c:v>
                </c:pt>
                <c:pt idx="54">
                  <c:v>0.24659696394160649</c:v>
                </c:pt>
                <c:pt idx="55">
                  <c:v>0.2231301601484276</c:v>
                </c:pt>
                <c:pt idx="56">
                  <c:v>0.20189651799465538</c:v>
                </c:pt>
                <c:pt idx="57">
                  <c:v>0.18268352405273466</c:v>
                </c:pt>
                <c:pt idx="58">
                  <c:v>0.16529888822158487</c:v>
                </c:pt>
                <c:pt idx="59">
                  <c:v>0.14956861922263356</c:v>
                </c:pt>
                <c:pt idx="60">
                  <c:v>0.13533528323661131</c:v>
                </c:pt>
                <c:pt idx="61">
                  <c:v>0.12245642825298191</c:v>
                </c:pt>
                <c:pt idx="62">
                  <c:v>0.11080315836233279</c:v>
                </c:pt>
                <c:pt idx="63">
                  <c:v>0.10025884372280272</c:v>
                </c:pt>
                <c:pt idx="64">
                  <c:v>9.0717953289411582E-2</c:v>
                </c:pt>
                <c:pt idx="65">
                  <c:v>8.2084998623897953E-2</c:v>
                </c:pt>
                <c:pt idx="66">
                  <c:v>7.4273578214333141E-2</c:v>
                </c:pt>
                <c:pt idx="67">
                  <c:v>6.720551273974909E-2</c:v>
                </c:pt>
                <c:pt idx="68">
                  <c:v>6.0810062625217355E-2</c:v>
                </c:pt>
                <c:pt idx="69">
                  <c:v>5.5023220056406669E-2</c:v>
                </c:pt>
                <c:pt idx="70">
                  <c:v>4.9787068367863431E-2</c:v>
                </c:pt>
                <c:pt idx="71">
                  <c:v>4.5049202393557364E-2</c:v>
                </c:pt>
                <c:pt idx="72">
                  <c:v>4.0762203978365809E-2</c:v>
                </c:pt>
                <c:pt idx="73">
                  <c:v>3.6883167401239633E-2</c:v>
                </c:pt>
                <c:pt idx="74">
                  <c:v>3.337326996032574E-2</c:v>
                </c:pt>
                <c:pt idx="75">
                  <c:v>3.0197383422318192E-2</c:v>
                </c:pt>
                <c:pt idx="76">
                  <c:v>2.7323722447292292E-2</c:v>
                </c:pt>
                <c:pt idx="77">
                  <c:v>2.4723526470339145E-2</c:v>
                </c:pt>
                <c:pt idx="78">
                  <c:v>2.2370771856165372E-2</c:v>
                </c:pt>
                <c:pt idx="79">
                  <c:v>2.0241911445804183E-2</c:v>
                </c:pt>
                <c:pt idx="80">
                  <c:v>1.8315638888734002E-2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373-E24C-979C-FDA4A12214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8860416"/>
        <c:axId val="432215632"/>
      </c:scatterChart>
      <c:valAx>
        <c:axId val="43886041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32215632"/>
        <c:crosses val="autoZero"/>
        <c:crossBetween val="midCat"/>
      </c:valAx>
      <c:valAx>
        <c:axId val="4322156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388604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25400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345189343863951E-2"/>
          <c:y val="5.1343324393885989E-2"/>
          <c:w val="0.9406548106561361"/>
          <c:h val="0.89731335121222799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solidFill>
                <a:schemeClr val="bg1">
                  <a:lumMod val="65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25400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25400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Sheet1!$A$1:$A$81</c:f>
              <c:numCache>
                <c:formatCode>General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-2.2999999999999998</c:v>
                </c:pt>
                <c:pt idx="18">
                  <c:v>-2.2000000000000002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-1.1000000000000001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9.9999999999999603E-2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1.1000000000000001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1.50000000000001</c:v>
                </c:pt>
                <c:pt idx="56">
                  <c:v>1.6</c:v>
                </c:pt>
                <c:pt idx="57">
                  <c:v>1.7</c:v>
                </c:pt>
                <c:pt idx="58">
                  <c:v>1.80000000000001</c:v>
                </c:pt>
                <c:pt idx="59">
                  <c:v>1.9000000000000099</c:v>
                </c:pt>
                <c:pt idx="60">
                  <c:v>2.0000000000000102</c:v>
                </c:pt>
                <c:pt idx="61">
                  <c:v>2.1</c:v>
                </c:pt>
                <c:pt idx="62">
                  <c:v>2.2000000000000099</c:v>
                </c:pt>
                <c:pt idx="63">
                  <c:v>2.30000000000001</c:v>
                </c:pt>
                <c:pt idx="64">
                  <c:v>2.4000000000000101</c:v>
                </c:pt>
                <c:pt idx="65">
                  <c:v>2.5000000000000102</c:v>
                </c:pt>
                <c:pt idx="66">
                  <c:v>2.6000000000000099</c:v>
                </c:pt>
                <c:pt idx="67">
                  <c:v>2.7000000000000099</c:v>
                </c:pt>
                <c:pt idx="68">
                  <c:v>2.80000000000001</c:v>
                </c:pt>
                <c:pt idx="69">
                  <c:v>2.9000000000000101</c:v>
                </c:pt>
                <c:pt idx="70">
                  <c:v>3.0000000000000102</c:v>
                </c:pt>
                <c:pt idx="71">
                  <c:v>3.1000000000000099</c:v>
                </c:pt>
                <c:pt idx="72">
                  <c:v>3.2000000000000099</c:v>
                </c:pt>
                <c:pt idx="73">
                  <c:v>3.30000000000001</c:v>
                </c:pt>
                <c:pt idx="74">
                  <c:v>3.4000000000000101</c:v>
                </c:pt>
                <c:pt idx="75">
                  <c:v>3.5000000000000102</c:v>
                </c:pt>
                <c:pt idx="76">
                  <c:v>3.6000000000000099</c:v>
                </c:pt>
                <c:pt idx="77">
                  <c:v>3.7000000000000099</c:v>
                </c:pt>
                <c:pt idx="78">
                  <c:v>3.80000000000001</c:v>
                </c:pt>
                <c:pt idx="79">
                  <c:v>3.9000000000000101</c:v>
                </c:pt>
                <c:pt idx="80">
                  <c:v>4.0000000000000098</c:v>
                </c:pt>
              </c:numCache>
            </c:numRef>
          </c:xVal>
          <c:yVal>
            <c:numRef>
              <c:f>Sheet1!$B$1:$B$81</c:f>
              <c:numCache>
                <c:formatCode>General</c:formatCode>
                <c:ptCount val="81"/>
                <c:pt idx="0">
                  <c:v>1.3383022576488537E-4</c:v>
                </c:pt>
                <c:pt idx="1">
                  <c:v>1.9865547139277272E-4</c:v>
                </c:pt>
                <c:pt idx="2">
                  <c:v>2.9194692579146027E-4</c:v>
                </c:pt>
                <c:pt idx="3">
                  <c:v>4.2478027055075143E-4</c:v>
                </c:pt>
                <c:pt idx="4">
                  <c:v>6.119019301137719E-4</c:v>
                </c:pt>
                <c:pt idx="5">
                  <c:v>8.7268269504576015E-4</c:v>
                </c:pt>
                <c:pt idx="6">
                  <c:v>1.2322191684730199E-3</c:v>
                </c:pt>
                <c:pt idx="7">
                  <c:v>1.7225689390536812E-3</c:v>
                </c:pt>
                <c:pt idx="8">
                  <c:v>2.3840882014648404E-3</c:v>
                </c:pt>
                <c:pt idx="9">
                  <c:v>3.2668190561999182E-3</c:v>
                </c:pt>
                <c:pt idx="10">
                  <c:v>4.4318484119380075E-3</c:v>
                </c:pt>
                <c:pt idx="11">
                  <c:v>5.9525324197758538E-3</c:v>
                </c:pt>
                <c:pt idx="12">
                  <c:v>7.9154515829799686E-3</c:v>
                </c:pt>
                <c:pt idx="13">
                  <c:v>1.0420934814422592E-2</c:v>
                </c:pt>
                <c:pt idx="14">
                  <c:v>1.3582969233685613E-2</c:v>
                </c:pt>
                <c:pt idx="15">
                  <c:v>1.752830049356854E-2</c:v>
                </c:pt>
                <c:pt idx="16">
                  <c:v>2.2394530294842899E-2</c:v>
                </c:pt>
                <c:pt idx="17">
                  <c:v>2.8327037741601186E-2</c:v>
                </c:pt>
                <c:pt idx="18">
                  <c:v>3.5474592846231424E-2</c:v>
                </c:pt>
                <c:pt idx="19">
                  <c:v>4.3983595980427191E-2</c:v>
                </c:pt>
                <c:pt idx="20">
                  <c:v>5.3990966513188063E-2</c:v>
                </c:pt>
                <c:pt idx="21">
                  <c:v>6.5615814774676595E-2</c:v>
                </c:pt>
                <c:pt idx="22">
                  <c:v>7.8950158300894149E-2</c:v>
                </c:pt>
                <c:pt idx="23">
                  <c:v>9.4049077376886947E-2</c:v>
                </c:pt>
                <c:pt idx="24">
                  <c:v>0.11092083467945554</c:v>
                </c:pt>
                <c:pt idx="25">
                  <c:v>0.12951759566589174</c:v>
                </c:pt>
                <c:pt idx="26">
                  <c:v>0.14972746563574488</c:v>
                </c:pt>
                <c:pt idx="27">
                  <c:v>0.17136859204780736</c:v>
                </c:pt>
                <c:pt idx="28">
                  <c:v>0.19418605498321295</c:v>
                </c:pt>
                <c:pt idx="29">
                  <c:v>0.21785217703255053</c:v>
                </c:pt>
                <c:pt idx="30">
                  <c:v>0.24197072451914337</c:v>
                </c:pt>
                <c:pt idx="31">
                  <c:v>0.26608524989875482</c:v>
                </c:pt>
                <c:pt idx="32">
                  <c:v>0.28969155276148273</c:v>
                </c:pt>
                <c:pt idx="33">
                  <c:v>0.31225393336676127</c:v>
                </c:pt>
                <c:pt idx="34">
                  <c:v>0.33322460289179967</c:v>
                </c:pt>
                <c:pt idx="35">
                  <c:v>0.35206532676429952</c:v>
                </c:pt>
                <c:pt idx="36">
                  <c:v>0.36827014030332333</c:v>
                </c:pt>
                <c:pt idx="37">
                  <c:v>0.38138781546052414</c:v>
                </c:pt>
                <c:pt idx="38">
                  <c:v>0.39104269397545588</c:v>
                </c:pt>
                <c:pt idx="39">
                  <c:v>0.39695254747701181</c:v>
                </c:pt>
                <c:pt idx="40">
                  <c:v>0.3989422804014327</c:v>
                </c:pt>
                <c:pt idx="41">
                  <c:v>0.39695254747701181</c:v>
                </c:pt>
                <c:pt idx="42">
                  <c:v>0.39104269397545588</c:v>
                </c:pt>
                <c:pt idx="43">
                  <c:v>0.38138781546052414</c:v>
                </c:pt>
                <c:pt idx="44">
                  <c:v>0.36827014030332333</c:v>
                </c:pt>
                <c:pt idx="45">
                  <c:v>0.35206532676429952</c:v>
                </c:pt>
                <c:pt idx="46">
                  <c:v>0.33322460289179967</c:v>
                </c:pt>
                <c:pt idx="47">
                  <c:v>0.31225393336676127</c:v>
                </c:pt>
                <c:pt idx="48">
                  <c:v>0.28969155276148273</c:v>
                </c:pt>
                <c:pt idx="49">
                  <c:v>0.26608524989875482</c:v>
                </c:pt>
                <c:pt idx="50">
                  <c:v>0.24197072451914337</c:v>
                </c:pt>
                <c:pt idx="51">
                  <c:v>0.21785217703255053</c:v>
                </c:pt>
                <c:pt idx="52">
                  <c:v>0.19418605498321295</c:v>
                </c:pt>
                <c:pt idx="53">
                  <c:v>0.17136859204780736</c:v>
                </c:pt>
                <c:pt idx="54">
                  <c:v>0.14972746563574488</c:v>
                </c:pt>
                <c:pt idx="55">
                  <c:v>0.1295175956658898</c:v>
                </c:pt>
                <c:pt idx="56">
                  <c:v>0.11092083467945554</c:v>
                </c:pt>
                <c:pt idx="57">
                  <c:v>9.4049077376886947E-2</c:v>
                </c:pt>
                <c:pt idx="58">
                  <c:v>7.8950158300892734E-2</c:v>
                </c:pt>
                <c:pt idx="59">
                  <c:v>6.561581477467536E-2</c:v>
                </c:pt>
                <c:pt idx="60">
                  <c:v>5.3990966513186953E-2</c:v>
                </c:pt>
                <c:pt idx="61">
                  <c:v>4.3983595980427191E-2</c:v>
                </c:pt>
                <c:pt idx="62">
                  <c:v>3.5474592846230668E-2</c:v>
                </c:pt>
                <c:pt idx="63">
                  <c:v>2.8327037741600516E-2</c:v>
                </c:pt>
                <c:pt idx="64">
                  <c:v>2.2394530294842355E-2</c:v>
                </c:pt>
                <c:pt idx="65">
                  <c:v>1.7528300493568086E-2</c:v>
                </c:pt>
                <c:pt idx="66">
                  <c:v>1.3582969233685271E-2</c:v>
                </c:pt>
                <c:pt idx="67">
                  <c:v>1.0420934814422318E-2</c:v>
                </c:pt>
                <c:pt idx="68">
                  <c:v>7.915451582979743E-3</c:v>
                </c:pt>
                <c:pt idx="69">
                  <c:v>5.9525324197756795E-3</c:v>
                </c:pt>
                <c:pt idx="70">
                  <c:v>4.4318484119378696E-3</c:v>
                </c:pt>
                <c:pt idx="71">
                  <c:v>3.2668190561998202E-3</c:v>
                </c:pt>
                <c:pt idx="72">
                  <c:v>2.3840882014647662E-3</c:v>
                </c:pt>
                <c:pt idx="73">
                  <c:v>1.7225689390536229E-3</c:v>
                </c:pt>
                <c:pt idx="74">
                  <c:v>1.2322191684729772E-3</c:v>
                </c:pt>
                <c:pt idx="75">
                  <c:v>8.7268269504572915E-4</c:v>
                </c:pt>
                <c:pt idx="76">
                  <c:v>6.1190193011375076E-4</c:v>
                </c:pt>
                <c:pt idx="77">
                  <c:v>4.2478027055073593E-4</c:v>
                </c:pt>
                <c:pt idx="78">
                  <c:v>2.919469257914491E-4</c:v>
                </c:pt>
                <c:pt idx="79">
                  <c:v>1.9865547139276475E-4</c:v>
                </c:pt>
                <c:pt idx="80">
                  <c:v>1.3383022576488014E-4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BD-4E41-8CD7-2B19C505D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5697039"/>
        <c:axId val="925886671"/>
      </c:scatterChart>
      <c:valAx>
        <c:axId val="925697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25400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886671"/>
        <c:crosses val="autoZero"/>
        <c:crossBetween val="midCat"/>
      </c:valAx>
      <c:valAx>
        <c:axId val="925886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56970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48FFD-9B5B-1344-AB18-F1A1D890A321}" type="datetimeFigureOut">
              <a:rPr lang="en-US" smtClean="0"/>
              <a:t>2/14/26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5A176-EA0B-5F41-85F7-76A6F1E02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68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E87EE-19D5-988D-B39E-142490F18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6DA93-A0CD-4569-3B0E-E6EA32BEC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61B09B-B051-CE3E-B510-2E5DE53D0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Optimum in stab </a:t>
            </a:r>
            <a:r>
              <a:rPr lang="en-US" dirty="0" err="1"/>
              <a:t>seln</a:t>
            </a:r>
            <a:r>
              <a:rPr lang="en-US" dirty="0"/>
              <a:t> function</a:t>
            </a:r>
          </a:p>
          <a:p>
            <a:r>
              <a:rPr lang="en-US" dirty="0" err="1"/>
              <a:t>yl</a:t>
            </a:r>
            <a:r>
              <a:rPr lang="en-US" dirty="0"/>
              <a:t>&lt;--0.1+0.07*x. this was when x axis was 0-5. rescaled so theta=0. gives 0.04+0.07X and 0.34+0.07X</a:t>
            </a:r>
          </a:p>
          <a:p>
            <a:r>
              <a:rPr lang="en-US" dirty="0"/>
              <a:t> </a:t>
            </a:r>
            <a:r>
              <a:rPr lang="en-US" dirty="0" err="1"/>
              <a:t>yhh</a:t>
            </a:r>
            <a:r>
              <a:rPr lang="en-US" dirty="0"/>
              <a:t>&lt;-0.2+0.07*x</a:t>
            </a:r>
          </a:p>
          <a:p>
            <a:r>
              <a:rPr lang="en-US" dirty="0"/>
              <a:t>Ojo: total fitness is rescaled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1A851-0D30-FDAA-6920-3AB7EA317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D4EBD-115C-5D45-BC95-D8E6D2A9C9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947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59BD9-805F-9F66-8259-E73A3753C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7CCB8-4DF7-EF0A-ADC6-082A41705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D2C8A-E481-7F00-C089-B81BD7033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Optimum in stab </a:t>
            </a:r>
            <a:r>
              <a:rPr lang="en-US" dirty="0" err="1"/>
              <a:t>seln</a:t>
            </a:r>
            <a:r>
              <a:rPr lang="en-US" dirty="0"/>
              <a:t> function</a:t>
            </a:r>
          </a:p>
          <a:p>
            <a:r>
              <a:rPr lang="en-US" dirty="0" err="1"/>
              <a:t>yl</a:t>
            </a:r>
            <a:r>
              <a:rPr lang="en-US" dirty="0"/>
              <a:t>&lt;--0.02+0.07*x. </a:t>
            </a:r>
          </a:p>
          <a:p>
            <a:r>
              <a:rPr lang="en-US" dirty="0"/>
              <a:t> </a:t>
            </a:r>
            <a:r>
              <a:rPr lang="en-US" dirty="0" err="1"/>
              <a:t>yhh</a:t>
            </a:r>
            <a:r>
              <a:rPr lang="en-US" dirty="0"/>
              <a:t>&lt;-0.09+0.07*x</a:t>
            </a:r>
          </a:p>
          <a:p>
            <a:r>
              <a:rPr lang="en-US" dirty="0"/>
              <a:t>Ojo: total fitness is rescaled by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EC718-6789-4E1F-3A04-E86FA9D24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D4EBD-115C-5D45-BC95-D8E6D2A9C92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828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08CBB-2131-B600-8FAF-C41444A2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19A31-9218-8BAB-9AEC-B6BEEAA20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49F9C-3433-914E-3CAF-DCF0042A5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yl</a:t>
            </a:r>
            <a:r>
              <a:rPr lang="en-US" dirty="0"/>
              <a:t>&lt;--0.1+0.07*x</a:t>
            </a:r>
          </a:p>
          <a:p>
            <a:r>
              <a:rPr lang="en-US" dirty="0"/>
              <a:t> </a:t>
            </a:r>
            <a:r>
              <a:rPr lang="en-US" dirty="0" err="1"/>
              <a:t>yhh</a:t>
            </a:r>
            <a:r>
              <a:rPr lang="en-US" dirty="0"/>
              <a:t>&lt;-0.2+0.07*x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9AF96-B23B-D0D7-9943-EBD50BA22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D4EBD-115C-5D45-BC95-D8E6D2A9C92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57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2A1D7-A8EB-A981-1A41-0A93F5AA3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2DE2A-A55A-E4AA-0227-2C12DC51F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7AE31-1FB5-A715-6976-DA593394B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yl</a:t>
            </a:r>
            <a:r>
              <a:rPr lang="en-US" dirty="0"/>
              <a:t>&lt;--0.1+0.07*x</a:t>
            </a:r>
          </a:p>
          <a:p>
            <a:r>
              <a:rPr lang="en-US" dirty="0"/>
              <a:t> </a:t>
            </a:r>
            <a:r>
              <a:rPr lang="en-US" dirty="0" err="1"/>
              <a:t>yhh</a:t>
            </a:r>
            <a:r>
              <a:rPr lang="en-US" dirty="0"/>
              <a:t>&lt;-0.2+0.07*x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5E561-DD55-5754-95D0-E609DD036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D4EBD-115C-5D45-BC95-D8E6D2A9C92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928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C57D4-0100-2535-4A60-E988DBF12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1E3A85-CE10-667F-A4FE-CCC36BC02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3E3AE-28BE-DFE3-C698-EC023E064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yl</a:t>
            </a:r>
            <a:r>
              <a:rPr lang="en-US" dirty="0"/>
              <a:t>&lt;--0.1+0.07*x</a:t>
            </a:r>
          </a:p>
          <a:p>
            <a:r>
              <a:rPr lang="en-US" dirty="0"/>
              <a:t> </a:t>
            </a:r>
            <a:r>
              <a:rPr lang="en-US" dirty="0" err="1"/>
              <a:t>yhh</a:t>
            </a:r>
            <a:r>
              <a:rPr lang="en-US" dirty="0"/>
              <a:t>&lt;-0.2+0.07*x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8137C-295B-974B-9F55-41E9A71BB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D4EBD-115C-5D45-BC95-D8E6D2A9C92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446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A3F27-4464-E54D-D661-A5BF53150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5902D3-2D78-3D55-C2E4-B601AAEF8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8ED31-C6A8-C716-5655-1C4E0B01C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yl</a:t>
            </a:r>
            <a:r>
              <a:rPr lang="en-US" dirty="0"/>
              <a:t>&lt;--0.1+0.07*x</a:t>
            </a:r>
          </a:p>
          <a:p>
            <a:r>
              <a:rPr lang="en-US" dirty="0"/>
              <a:t> </a:t>
            </a:r>
            <a:r>
              <a:rPr lang="en-US" dirty="0" err="1"/>
              <a:t>yhh</a:t>
            </a:r>
            <a:r>
              <a:rPr lang="en-US" dirty="0"/>
              <a:t>&lt;-0.2+0.07*x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8B8B4-A07D-C2FC-88DC-B08722371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D4EBD-115C-5D45-BC95-D8E6D2A9C92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433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3E3B7-5E9B-789B-BA1B-0E5F01B45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EBB97-B6B3-1304-D442-DAD4D8906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8195FC-9940-FA70-56D4-956C125AB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yl</a:t>
            </a:r>
            <a:r>
              <a:rPr lang="en-US" dirty="0"/>
              <a:t>&lt;--0.1+0.07*x</a:t>
            </a:r>
          </a:p>
          <a:p>
            <a:r>
              <a:rPr lang="en-US" dirty="0"/>
              <a:t> </a:t>
            </a:r>
            <a:r>
              <a:rPr lang="en-US" dirty="0" err="1"/>
              <a:t>yhh</a:t>
            </a:r>
            <a:r>
              <a:rPr lang="en-US" dirty="0"/>
              <a:t>&lt;-0.2+0.07*x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CC79A-E7CA-21FB-60E5-A56F3BAA5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D4EBD-115C-5D45-BC95-D8E6D2A9C92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008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5ED49-6D46-DA05-E384-7D2B6788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F1F60-1822-B6A7-F918-1D4703907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8D4BF-5B39-A030-25AF-7EF1FAF89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yl</a:t>
            </a:r>
            <a:r>
              <a:rPr lang="en-US" dirty="0"/>
              <a:t>&lt;--0.1+0.07*x</a:t>
            </a:r>
          </a:p>
          <a:p>
            <a:r>
              <a:rPr lang="en-US" dirty="0"/>
              <a:t> </a:t>
            </a:r>
            <a:r>
              <a:rPr lang="en-US" dirty="0" err="1"/>
              <a:t>yhh</a:t>
            </a:r>
            <a:r>
              <a:rPr lang="en-US" dirty="0"/>
              <a:t>&lt;-0.2+0.07*x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EAF7E-547C-336E-7219-F04EDE5F8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D4EBD-115C-5D45-BC95-D8E6D2A9C92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256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9255-403F-23C4-6999-40C3D701B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F95D4-96C0-D731-B22D-5F75CF698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39ACB-C2C8-5ACC-546F-54EEF2C82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F6D1-22CA-614A-BB9E-F949C53E5D60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F2890-76D2-07D4-203A-5B7CFE469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8E4EF-3678-0719-D05B-63BF3A9A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FA00-9CE0-1D49-8286-9886745BA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33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200C-E41A-D455-D061-DEC962E1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8D708-77FE-EB27-150C-69292FDC7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5C417-35D3-04ED-6BCD-E39D517CD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F6D1-22CA-614A-BB9E-F949C53E5D60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672AF-ADC5-295B-0DFA-4451090F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5DE45-6533-8B0D-BA32-9F5138BC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FA00-9CE0-1D49-8286-9886745BA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62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EE6FC-950D-228E-5464-0BF1FBF8F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F19EE-8433-DACE-8214-1E63E7955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EF94D-C786-9A62-B652-2ADFAD7B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F6D1-22CA-614A-BB9E-F949C53E5D60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0AA11-44E2-19CD-EAA5-DF87E9ACB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62C09-A6C7-E15A-2271-379596A7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FA00-9CE0-1D49-8286-9886745BA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62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ED89-0D17-D898-6CBB-53F22B601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FF579-60AA-5B64-D466-7C6FC4CED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C1519-8B7D-D1E9-60B3-36968D740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E7DF4-BC9C-D209-4807-0338B4779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F6D1-22CA-614A-BB9E-F949C53E5D60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4685A-B086-6728-5C3E-635025169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50C5C-6019-D0B9-632E-CBAB92C9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FA00-9CE0-1D49-8286-9886745BA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68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060D6-37D8-4FA9-B0BD-85F1933E6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88584-9C6E-70E2-EC9C-0726D3808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86A43-F066-4E81-C531-0B33F46A5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F02E9-18FF-29E1-7E81-BF676426D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B5D1D6-5122-A4BF-73CC-0BE6557251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B03031-8BD6-FD03-50CC-C20FFD67E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F6D1-22CA-614A-BB9E-F949C53E5D60}" type="datetimeFigureOut">
              <a:rPr lang="en-US" smtClean="0"/>
              <a:t>2/14/26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6333B-EAA4-39B2-7D4D-975751402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8CE340-A650-CB0D-A63D-C4C555A7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FA00-9CE0-1D49-8286-9886745BA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06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05E9-A6EB-FBD6-3074-425610AF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C8DE2-0233-7BC5-AC1F-6850974EB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F6D1-22CA-614A-BB9E-F949C53E5D60}" type="datetimeFigureOut">
              <a:rPr lang="en-US" smtClean="0"/>
              <a:t>2/14/26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6C459-9F3C-E219-7F8D-999DB4B53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B83F8-FCD7-35FC-8C1B-4461EFCB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FA00-9CE0-1D49-8286-9886745BA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10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3E6AA-15BE-38ED-1C51-BDDF7633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F6D1-22CA-614A-BB9E-F949C53E5D60}" type="datetimeFigureOut">
              <a:rPr lang="en-US" smtClean="0"/>
              <a:t>2/14/26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079A0A-5A6C-509D-E8BB-D8E5F6B34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70899-1749-5AEF-4877-D175EE1B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FA00-9CE0-1D49-8286-9886745BA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0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F567-0566-B800-0B80-C4901F797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BABA7-008A-82D1-50CE-BB9BEB223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D3D6D-8E86-1AD2-A42B-E0B2B42DA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71DAD-CA03-6FD0-9E69-8BD23DFF0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F6D1-22CA-614A-BB9E-F949C53E5D60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A54E3-9916-12B4-4C01-0BF22B33A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367B4-B945-5665-05FF-459B94476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FA00-9CE0-1D49-8286-9886745BA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33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40DC-E4D7-2330-C94F-4262167A6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D4EC48-3736-4B79-739A-B24DABCE90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1AFC7-CCBE-DFE3-FDDD-444B5AF47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FAFFE-868E-18A7-A4DC-FC8B713EE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F6D1-22CA-614A-BB9E-F949C53E5D60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6310B-28EF-E25F-ED36-D9A326165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F993F-2622-B3EE-2BA0-8699CDD9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FA00-9CE0-1D49-8286-9886745BA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77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F48F3-F5F3-BA1B-83C1-AF9D8D505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15E08-BE27-2A4C-F25E-85C5A6E3C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9254F-30D1-EEF8-ECEA-39D44C85A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F6D1-22CA-614A-BB9E-F949C53E5D60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A0D23-EDCB-3EF1-D1D9-F1D58B8E7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7AB07-6D25-A79A-DD77-A4A12E54F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FA00-9CE0-1D49-8286-9886745BA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4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EEC435-D261-D2E8-173B-44E3D88D8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CAB1F-A346-C6AF-8FE1-11D4C4403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64722-10A3-E096-F5F4-BCFA22FF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F6D1-22CA-614A-BB9E-F949C53E5D60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E467A-80F1-C7CA-9092-788600A48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474BD-1F14-41F5-D29D-0F8CDDBC1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FA00-9CE0-1D49-8286-9886745BA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9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E6155-8C2F-57CD-D966-1A760A4B0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BAB6-DC88-5C15-E930-BA73311D1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BD708-BE0B-1D2A-E2BB-084EECE98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EF6D1-22CA-614A-BB9E-F949C53E5D60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B4920-109E-EA0F-F2AB-04333A059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2C7F2-FB4F-3E50-3657-82C04CB7E7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CFA00-9CE0-1D49-8286-9886745BA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14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7" Type="http://schemas.openxmlformats.org/officeDocument/2006/relationships/chart" Target="../charts/chart1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chart" Target="../charts/chart14.xml"/><Relationship Id="rId7" Type="http://schemas.openxmlformats.org/officeDocument/2006/relationships/chart" Target="../charts/chart18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7.xml"/><Relationship Id="rId11" Type="http://schemas.openxmlformats.org/officeDocument/2006/relationships/image" Target="../media/image8.png"/><Relationship Id="rId5" Type="http://schemas.openxmlformats.org/officeDocument/2006/relationships/chart" Target="../charts/chart16.xml"/><Relationship Id="rId10" Type="http://schemas.openxmlformats.org/officeDocument/2006/relationships/chart" Target="../charts/chart21.xml"/><Relationship Id="rId4" Type="http://schemas.openxmlformats.org/officeDocument/2006/relationships/chart" Target="../charts/chart15.xml"/><Relationship Id="rId9" Type="http://schemas.openxmlformats.org/officeDocument/2006/relationships/chart" Target="../charts/char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7.xml"/><Relationship Id="rId3" Type="http://schemas.openxmlformats.org/officeDocument/2006/relationships/chart" Target="../charts/chart22.xml"/><Relationship Id="rId7" Type="http://schemas.openxmlformats.org/officeDocument/2006/relationships/chart" Target="../charts/chart2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5.xml"/><Relationship Id="rId5" Type="http://schemas.openxmlformats.org/officeDocument/2006/relationships/chart" Target="../charts/chart24.xml"/><Relationship Id="rId4" Type="http://schemas.openxmlformats.org/officeDocument/2006/relationships/chart" Target="../charts/chart23.xml"/><Relationship Id="rId9" Type="http://schemas.openxmlformats.org/officeDocument/2006/relationships/chart" Target="../charts/char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D39AF-3FDB-6FE5-AFBB-745B8A4D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8760CD4B-D0DD-6D2B-EC4C-B26302EFE0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76" r="14349" b="11913"/>
          <a:stretch/>
        </p:blipFill>
        <p:spPr>
          <a:xfrm>
            <a:off x="6878567" y="1727369"/>
            <a:ext cx="2328538" cy="204468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E8FBF60-BA72-5F35-9A45-20E02534F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30" y="1165627"/>
            <a:ext cx="4699456" cy="34608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8524BB-B23C-C425-EF72-FFABF629A827}"/>
              </a:ext>
            </a:extLst>
          </p:cNvPr>
          <p:cNvSpPr txBox="1"/>
          <p:nvPr/>
        </p:nvSpPr>
        <p:spPr>
          <a:xfrm>
            <a:off x="1596044" y="3773978"/>
            <a:ext cx="38903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-2          -1            0           1            2            3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F818C85-9466-4EA9-FFC2-E356F9901C34}"/>
              </a:ext>
            </a:extLst>
          </p:cNvPr>
          <p:cNvSpPr/>
          <p:nvPr/>
        </p:nvSpPr>
        <p:spPr>
          <a:xfrm>
            <a:off x="4139486" y="1529542"/>
            <a:ext cx="1878929" cy="1479665"/>
          </a:xfrm>
          <a:custGeom>
            <a:avLst/>
            <a:gdLst>
              <a:gd name="connsiteX0" fmla="*/ 50129 w 1878929"/>
              <a:gd name="connsiteY0" fmla="*/ 498763 h 1479665"/>
              <a:gd name="connsiteX1" fmla="*/ 50129 w 1878929"/>
              <a:gd name="connsiteY1" fmla="*/ 798022 h 1479665"/>
              <a:gd name="connsiteX2" fmla="*/ 149881 w 1878929"/>
              <a:gd name="connsiteY2" fmla="*/ 964276 h 1479665"/>
              <a:gd name="connsiteX3" fmla="*/ 233009 w 1878929"/>
              <a:gd name="connsiteY3" fmla="*/ 1080654 h 1479665"/>
              <a:gd name="connsiteX4" fmla="*/ 332761 w 1878929"/>
              <a:gd name="connsiteY4" fmla="*/ 1163782 h 1479665"/>
              <a:gd name="connsiteX5" fmla="*/ 415889 w 1878929"/>
              <a:gd name="connsiteY5" fmla="*/ 1263534 h 1479665"/>
              <a:gd name="connsiteX6" fmla="*/ 465765 w 1878929"/>
              <a:gd name="connsiteY6" fmla="*/ 1330036 h 1479665"/>
              <a:gd name="connsiteX7" fmla="*/ 665270 w 1878929"/>
              <a:gd name="connsiteY7" fmla="*/ 1429789 h 1479665"/>
              <a:gd name="connsiteX8" fmla="*/ 715147 w 1878929"/>
              <a:gd name="connsiteY8" fmla="*/ 1446414 h 1479665"/>
              <a:gd name="connsiteX9" fmla="*/ 765023 w 1878929"/>
              <a:gd name="connsiteY9" fmla="*/ 1463040 h 1479665"/>
              <a:gd name="connsiteX10" fmla="*/ 848150 w 1878929"/>
              <a:gd name="connsiteY10" fmla="*/ 1479665 h 1479665"/>
              <a:gd name="connsiteX11" fmla="*/ 1147409 w 1878929"/>
              <a:gd name="connsiteY11" fmla="*/ 1463040 h 1479665"/>
              <a:gd name="connsiteX12" fmla="*/ 1280412 w 1878929"/>
              <a:gd name="connsiteY12" fmla="*/ 1396538 h 1479665"/>
              <a:gd name="connsiteX13" fmla="*/ 1330289 w 1878929"/>
              <a:gd name="connsiteY13" fmla="*/ 1379913 h 1479665"/>
              <a:gd name="connsiteX14" fmla="*/ 1380165 w 1878929"/>
              <a:gd name="connsiteY14" fmla="*/ 1346662 h 1479665"/>
              <a:gd name="connsiteX15" fmla="*/ 1463292 w 1878929"/>
              <a:gd name="connsiteY15" fmla="*/ 1313411 h 1479665"/>
              <a:gd name="connsiteX16" fmla="*/ 1513169 w 1878929"/>
              <a:gd name="connsiteY16" fmla="*/ 1296785 h 1479665"/>
              <a:gd name="connsiteX17" fmla="*/ 1563045 w 1878929"/>
              <a:gd name="connsiteY17" fmla="*/ 1263534 h 1479665"/>
              <a:gd name="connsiteX18" fmla="*/ 1612921 w 1878929"/>
              <a:gd name="connsiteY18" fmla="*/ 1246909 h 1479665"/>
              <a:gd name="connsiteX19" fmla="*/ 1745925 w 1878929"/>
              <a:gd name="connsiteY19" fmla="*/ 1163782 h 1479665"/>
              <a:gd name="connsiteX20" fmla="*/ 1779176 w 1878929"/>
              <a:gd name="connsiteY20" fmla="*/ 1113905 h 1479665"/>
              <a:gd name="connsiteX21" fmla="*/ 1829052 w 1878929"/>
              <a:gd name="connsiteY21" fmla="*/ 1064029 h 1479665"/>
              <a:gd name="connsiteX22" fmla="*/ 1862303 w 1878929"/>
              <a:gd name="connsiteY22" fmla="*/ 997527 h 1479665"/>
              <a:gd name="connsiteX23" fmla="*/ 1878929 w 1878929"/>
              <a:gd name="connsiteY23" fmla="*/ 897774 h 1479665"/>
              <a:gd name="connsiteX24" fmla="*/ 1862303 w 1878929"/>
              <a:gd name="connsiteY24" fmla="*/ 798022 h 1479665"/>
              <a:gd name="connsiteX25" fmla="*/ 1829052 w 1878929"/>
              <a:gd name="connsiteY25" fmla="*/ 714894 h 1479665"/>
              <a:gd name="connsiteX26" fmla="*/ 1662798 w 1878929"/>
              <a:gd name="connsiteY26" fmla="*/ 482138 h 1479665"/>
              <a:gd name="connsiteX27" fmla="*/ 1579670 w 1878929"/>
              <a:gd name="connsiteY27" fmla="*/ 365760 h 1479665"/>
              <a:gd name="connsiteX28" fmla="*/ 1479918 w 1878929"/>
              <a:gd name="connsiteY28" fmla="*/ 266007 h 1479665"/>
              <a:gd name="connsiteX29" fmla="*/ 1430041 w 1878929"/>
              <a:gd name="connsiteY29" fmla="*/ 216131 h 1479665"/>
              <a:gd name="connsiteX30" fmla="*/ 1363539 w 1878929"/>
              <a:gd name="connsiteY30" fmla="*/ 182880 h 1479665"/>
              <a:gd name="connsiteX31" fmla="*/ 1197285 w 1878929"/>
              <a:gd name="connsiteY31" fmla="*/ 83127 h 1479665"/>
              <a:gd name="connsiteX32" fmla="*/ 1114158 w 1878929"/>
              <a:gd name="connsiteY32" fmla="*/ 66502 h 1479665"/>
              <a:gd name="connsiteX33" fmla="*/ 1047656 w 1878929"/>
              <a:gd name="connsiteY33" fmla="*/ 33251 h 1479665"/>
              <a:gd name="connsiteX34" fmla="*/ 814899 w 1878929"/>
              <a:gd name="connsiteY34" fmla="*/ 0 h 1479665"/>
              <a:gd name="connsiteX35" fmla="*/ 415889 w 1878929"/>
              <a:gd name="connsiteY35" fmla="*/ 16625 h 1479665"/>
              <a:gd name="connsiteX36" fmla="*/ 282885 w 1878929"/>
              <a:gd name="connsiteY36" fmla="*/ 99753 h 1479665"/>
              <a:gd name="connsiteX37" fmla="*/ 249634 w 1878929"/>
              <a:gd name="connsiteY37" fmla="*/ 149629 h 1479665"/>
              <a:gd name="connsiteX38" fmla="*/ 149881 w 1878929"/>
              <a:gd name="connsiteY38" fmla="*/ 232756 h 1479665"/>
              <a:gd name="connsiteX39" fmla="*/ 100005 w 1878929"/>
              <a:gd name="connsiteY39" fmla="*/ 299258 h 1479665"/>
              <a:gd name="connsiteX40" fmla="*/ 16878 w 1878929"/>
              <a:gd name="connsiteY40" fmla="*/ 399011 h 1479665"/>
              <a:gd name="connsiteX41" fmla="*/ 16878 w 1878929"/>
              <a:gd name="connsiteY41" fmla="*/ 565265 h 1479665"/>
              <a:gd name="connsiteX42" fmla="*/ 33503 w 1878929"/>
              <a:gd name="connsiteY42" fmla="*/ 581891 h 1479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878929" h="1479665">
                <a:moveTo>
                  <a:pt x="50129" y="498763"/>
                </a:moveTo>
                <a:cubicBezTo>
                  <a:pt x="30780" y="634204"/>
                  <a:pt x="20687" y="640994"/>
                  <a:pt x="50129" y="798022"/>
                </a:cubicBezTo>
                <a:cubicBezTo>
                  <a:pt x="65163" y="878205"/>
                  <a:pt x="102065" y="900521"/>
                  <a:pt x="149881" y="964276"/>
                </a:cubicBezTo>
                <a:cubicBezTo>
                  <a:pt x="202522" y="1034464"/>
                  <a:pt x="165568" y="1001973"/>
                  <a:pt x="233009" y="1080654"/>
                </a:cubicBezTo>
                <a:cubicBezTo>
                  <a:pt x="275682" y="1130438"/>
                  <a:pt x="281451" y="1129575"/>
                  <a:pt x="332761" y="1163782"/>
                </a:cubicBezTo>
                <a:cubicBezTo>
                  <a:pt x="406255" y="1274021"/>
                  <a:pt x="319876" y="1151519"/>
                  <a:pt x="415889" y="1263534"/>
                </a:cubicBezTo>
                <a:cubicBezTo>
                  <a:pt x="433922" y="1284572"/>
                  <a:pt x="445055" y="1311627"/>
                  <a:pt x="465765" y="1330036"/>
                </a:cubicBezTo>
                <a:cubicBezTo>
                  <a:pt x="543113" y="1398790"/>
                  <a:pt x="572834" y="1398977"/>
                  <a:pt x="665270" y="1429789"/>
                </a:cubicBezTo>
                <a:lnTo>
                  <a:pt x="715147" y="1446414"/>
                </a:lnTo>
                <a:cubicBezTo>
                  <a:pt x="731772" y="1451956"/>
                  <a:pt x="747839" y="1459603"/>
                  <a:pt x="765023" y="1463040"/>
                </a:cubicBezTo>
                <a:lnTo>
                  <a:pt x="848150" y="1479665"/>
                </a:lnTo>
                <a:cubicBezTo>
                  <a:pt x="947903" y="1474123"/>
                  <a:pt x="1047952" y="1472512"/>
                  <a:pt x="1147409" y="1463040"/>
                </a:cubicBezTo>
                <a:cubicBezTo>
                  <a:pt x="1193718" y="1458630"/>
                  <a:pt x="1245361" y="1414063"/>
                  <a:pt x="1280412" y="1396538"/>
                </a:cubicBezTo>
                <a:cubicBezTo>
                  <a:pt x="1296087" y="1388701"/>
                  <a:pt x="1313663" y="1385455"/>
                  <a:pt x="1330289" y="1379913"/>
                </a:cubicBezTo>
                <a:cubicBezTo>
                  <a:pt x="1346914" y="1368829"/>
                  <a:pt x="1362293" y="1355598"/>
                  <a:pt x="1380165" y="1346662"/>
                </a:cubicBezTo>
                <a:cubicBezTo>
                  <a:pt x="1406858" y="1333315"/>
                  <a:pt x="1435349" y="1323890"/>
                  <a:pt x="1463292" y="1313411"/>
                </a:cubicBezTo>
                <a:cubicBezTo>
                  <a:pt x="1479701" y="1307257"/>
                  <a:pt x="1497494" y="1304622"/>
                  <a:pt x="1513169" y="1296785"/>
                </a:cubicBezTo>
                <a:cubicBezTo>
                  <a:pt x="1531041" y="1287849"/>
                  <a:pt x="1545173" y="1272470"/>
                  <a:pt x="1563045" y="1263534"/>
                </a:cubicBezTo>
                <a:cubicBezTo>
                  <a:pt x="1578719" y="1255697"/>
                  <a:pt x="1596813" y="1253812"/>
                  <a:pt x="1612921" y="1246909"/>
                </a:cubicBezTo>
                <a:cubicBezTo>
                  <a:pt x="1683920" y="1216481"/>
                  <a:pt x="1682277" y="1211517"/>
                  <a:pt x="1745925" y="1163782"/>
                </a:cubicBezTo>
                <a:cubicBezTo>
                  <a:pt x="1757009" y="1147156"/>
                  <a:pt x="1766384" y="1129255"/>
                  <a:pt x="1779176" y="1113905"/>
                </a:cubicBezTo>
                <a:cubicBezTo>
                  <a:pt x="1794228" y="1095843"/>
                  <a:pt x="1815386" y="1083161"/>
                  <a:pt x="1829052" y="1064029"/>
                </a:cubicBezTo>
                <a:cubicBezTo>
                  <a:pt x="1843457" y="1043862"/>
                  <a:pt x="1851219" y="1019694"/>
                  <a:pt x="1862303" y="997527"/>
                </a:cubicBezTo>
                <a:cubicBezTo>
                  <a:pt x="1867845" y="964276"/>
                  <a:pt x="1878929" y="931484"/>
                  <a:pt x="1878929" y="897774"/>
                </a:cubicBezTo>
                <a:cubicBezTo>
                  <a:pt x="1878929" y="864065"/>
                  <a:pt x="1871173" y="830544"/>
                  <a:pt x="1862303" y="798022"/>
                </a:cubicBezTo>
                <a:cubicBezTo>
                  <a:pt x="1854450" y="769230"/>
                  <a:pt x="1843343" y="741094"/>
                  <a:pt x="1829052" y="714894"/>
                </a:cubicBezTo>
                <a:cubicBezTo>
                  <a:pt x="1784450" y="633124"/>
                  <a:pt x="1713528" y="558232"/>
                  <a:pt x="1662798" y="482138"/>
                </a:cubicBezTo>
                <a:cubicBezTo>
                  <a:pt x="1639668" y="447444"/>
                  <a:pt x="1606185" y="395221"/>
                  <a:pt x="1579670" y="365760"/>
                </a:cubicBezTo>
                <a:cubicBezTo>
                  <a:pt x="1548213" y="330807"/>
                  <a:pt x="1513169" y="299258"/>
                  <a:pt x="1479918" y="266007"/>
                </a:cubicBezTo>
                <a:cubicBezTo>
                  <a:pt x="1463292" y="249381"/>
                  <a:pt x="1451071" y="226646"/>
                  <a:pt x="1430041" y="216131"/>
                </a:cubicBezTo>
                <a:cubicBezTo>
                  <a:pt x="1407874" y="205047"/>
                  <a:pt x="1384791" y="195631"/>
                  <a:pt x="1363539" y="182880"/>
                </a:cubicBezTo>
                <a:cubicBezTo>
                  <a:pt x="1316111" y="154423"/>
                  <a:pt x="1254291" y="102129"/>
                  <a:pt x="1197285" y="83127"/>
                </a:cubicBezTo>
                <a:cubicBezTo>
                  <a:pt x="1170477" y="74191"/>
                  <a:pt x="1141867" y="72044"/>
                  <a:pt x="1114158" y="66502"/>
                </a:cubicBezTo>
                <a:cubicBezTo>
                  <a:pt x="1091991" y="55418"/>
                  <a:pt x="1071850" y="38627"/>
                  <a:pt x="1047656" y="33251"/>
                </a:cubicBezTo>
                <a:cubicBezTo>
                  <a:pt x="971149" y="16249"/>
                  <a:pt x="814899" y="0"/>
                  <a:pt x="814899" y="0"/>
                </a:cubicBezTo>
                <a:cubicBezTo>
                  <a:pt x="681896" y="5542"/>
                  <a:pt x="548250" y="2444"/>
                  <a:pt x="415889" y="16625"/>
                </a:cubicBezTo>
                <a:cubicBezTo>
                  <a:pt x="386388" y="19786"/>
                  <a:pt x="300136" y="82502"/>
                  <a:pt x="282885" y="99753"/>
                </a:cubicBezTo>
                <a:cubicBezTo>
                  <a:pt x="268756" y="113882"/>
                  <a:pt x="262426" y="134279"/>
                  <a:pt x="249634" y="149629"/>
                </a:cubicBezTo>
                <a:cubicBezTo>
                  <a:pt x="209630" y="197633"/>
                  <a:pt x="198924" y="200061"/>
                  <a:pt x="149881" y="232756"/>
                </a:cubicBezTo>
                <a:cubicBezTo>
                  <a:pt x="133256" y="254923"/>
                  <a:pt x="118038" y="278220"/>
                  <a:pt x="100005" y="299258"/>
                </a:cubicBezTo>
                <a:cubicBezTo>
                  <a:pt x="3997" y="411268"/>
                  <a:pt x="90369" y="288774"/>
                  <a:pt x="16878" y="399011"/>
                </a:cubicBezTo>
                <a:cubicBezTo>
                  <a:pt x="252" y="482140"/>
                  <a:pt x="-10832" y="482136"/>
                  <a:pt x="16878" y="565265"/>
                </a:cubicBezTo>
                <a:cubicBezTo>
                  <a:pt x="19356" y="572700"/>
                  <a:pt x="27961" y="576349"/>
                  <a:pt x="33503" y="58189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Up Arrow 18">
            <a:extLst>
              <a:ext uri="{FF2B5EF4-FFF2-40B4-BE49-F238E27FC236}">
                <a16:creationId xmlns:a16="http://schemas.microsoft.com/office/drawing/2014/main" id="{0E6E3A9B-5BD0-ACE3-5F0F-BA68E94BD45C}"/>
              </a:ext>
            </a:extLst>
          </p:cNvPr>
          <p:cNvSpPr/>
          <p:nvPr/>
        </p:nvSpPr>
        <p:spPr>
          <a:xfrm rot="10800000" flipV="1">
            <a:off x="3179002" y="2541286"/>
            <a:ext cx="221161" cy="235403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 Arrow 20">
            <a:extLst>
              <a:ext uri="{FF2B5EF4-FFF2-40B4-BE49-F238E27FC236}">
                <a16:creationId xmlns:a16="http://schemas.microsoft.com/office/drawing/2014/main" id="{C45816F8-EE02-218C-2C12-9B40122BF695}"/>
              </a:ext>
            </a:extLst>
          </p:cNvPr>
          <p:cNvSpPr/>
          <p:nvPr/>
        </p:nvSpPr>
        <p:spPr>
          <a:xfrm rot="10800000" flipV="1">
            <a:off x="3472459" y="3242086"/>
            <a:ext cx="221161" cy="235403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98B831-4601-1447-2890-61EF07B1F862}"/>
              </a:ext>
            </a:extLst>
          </p:cNvPr>
          <p:cNvSpPr txBox="1"/>
          <p:nvPr/>
        </p:nvSpPr>
        <p:spPr>
          <a:xfrm>
            <a:off x="1786835" y="2208376"/>
            <a:ext cx="2050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Survival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C35C63-4B67-C617-4DFE-D0C6F21EF441}"/>
              </a:ext>
            </a:extLst>
          </p:cNvPr>
          <p:cNvSpPr txBox="1"/>
          <p:nvPr/>
        </p:nvSpPr>
        <p:spPr>
          <a:xfrm>
            <a:off x="4153028" y="2205967"/>
            <a:ext cx="1542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Fecundity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B5F867-C060-DA3D-D965-0D441D44C96A}"/>
              </a:ext>
            </a:extLst>
          </p:cNvPr>
          <p:cNvSpPr txBox="1"/>
          <p:nvPr/>
        </p:nvSpPr>
        <p:spPr>
          <a:xfrm>
            <a:off x="2481905" y="4160341"/>
            <a:ext cx="209256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Later breeding -&gt;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71A72F-92BC-C2DF-C0C7-75F7D7D04C21}"/>
              </a:ext>
            </a:extLst>
          </p:cNvPr>
          <p:cNvSpPr txBox="1"/>
          <p:nvPr/>
        </p:nvSpPr>
        <p:spPr>
          <a:xfrm rot="16200000">
            <a:off x="-73048" y="2356620"/>
            <a:ext cx="209256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Relative fitness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F3EFAB-AC40-2AA2-9B14-0255DCC7E347}"/>
              </a:ext>
            </a:extLst>
          </p:cNvPr>
          <p:cNvSpPr txBox="1"/>
          <p:nvPr/>
        </p:nvSpPr>
        <p:spPr>
          <a:xfrm rot="16200000">
            <a:off x="5421545" y="2542132"/>
            <a:ext cx="1721540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Displacement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6454BC-3C4A-E7E2-BD79-1EE990210E7B}"/>
              </a:ext>
            </a:extLst>
          </p:cNvPr>
          <p:cNvSpPr txBox="1"/>
          <p:nvPr/>
        </p:nvSpPr>
        <p:spPr>
          <a:xfrm>
            <a:off x="6596401" y="3477490"/>
            <a:ext cx="444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B0C9FA-CA57-4F02-A903-CFB120F0EA2D}"/>
              </a:ext>
            </a:extLst>
          </p:cNvPr>
          <p:cNvSpPr txBox="1"/>
          <p:nvPr/>
        </p:nvSpPr>
        <p:spPr>
          <a:xfrm>
            <a:off x="6414348" y="1730574"/>
            <a:ext cx="54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78ACCF-E53C-283A-5878-5C4D7C2E1D3F}"/>
              </a:ext>
            </a:extLst>
          </p:cNvPr>
          <p:cNvSpPr txBox="1"/>
          <p:nvPr/>
        </p:nvSpPr>
        <p:spPr>
          <a:xfrm>
            <a:off x="6430973" y="2606625"/>
            <a:ext cx="54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F3C643-A6D1-88D5-7DEE-ABF64283C3D5}"/>
              </a:ext>
            </a:extLst>
          </p:cNvPr>
          <p:cNvSpPr txBox="1"/>
          <p:nvPr/>
        </p:nvSpPr>
        <p:spPr>
          <a:xfrm>
            <a:off x="6926435" y="3740727"/>
            <a:ext cx="73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EA1970-536C-8BC3-1EF4-24368A4DB00F}"/>
              </a:ext>
            </a:extLst>
          </p:cNvPr>
          <p:cNvSpPr txBox="1"/>
          <p:nvPr/>
        </p:nvSpPr>
        <p:spPr>
          <a:xfrm>
            <a:off x="7594790" y="3740727"/>
            <a:ext cx="73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BE082A-8AA2-AAC2-74D4-C6B7A0C0B8FC}"/>
              </a:ext>
            </a:extLst>
          </p:cNvPr>
          <p:cNvSpPr txBox="1"/>
          <p:nvPr/>
        </p:nvSpPr>
        <p:spPr>
          <a:xfrm>
            <a:off x="8091111" y="3740727"/>
            <a:ext cx="73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0.15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EAB061-E53C-C4B9-5EC4-606B7863369B}"/>
              </a:ext>
            </a:extLst>
          </p:cNvPr>
          <p:cNvSpPr txBox="1"/>
          <p:nvPr/>
        </p:nvSpPr>
        <p:spPr>
          <a:xfrm>
            <a:off x="8716517" y="3740727"/>
            <a:ext cx="73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89EFED-9B36-56BB-73B4-C78E37962430}"/>
              </a:ext>
            </a:extLst>
          </p:cNvPr>
          <p:cNvSpPr txBox="1"/>
          <p:nvPr/>
        </p:nvSpPr>
        <p:spPr>
          <a:xfrm>
            <a:off x="6957744" y="4138569"/>
            <a:ext cx="2751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Nutritional state, </a:t>
            </a:r>
            <a:r>
              <a:rPr lang="en-US" i="1" dirty="0"/>
              <a:t>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3EEC07-F92F-0895-3337-B9A26921E15A}"/>
              </a:ext>
            </a:extLst>
          </p:cNvPr>
          <p:cNvSpPr txBox="1"/>
          <p:nvPr/>
        </p:nvSpPr>
        <p:spPr>
          <a:xfrm>
            <a:off x="2949834" y="1980281"/>
            <a:ext cx="543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kern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1466B1-865F-B261-32DE-A8484EF43C88}"/>
              </a:ext>
            </a:extLst>
          </p:cNvPr>
          <p:cNvSpPr txBox="1"/>
          <p:nvPr/>
        </p:nvSpPr>
        <p:spPr>
          <a:xfrm>
            <a:off x="2178209" y="1145894"/>
            <a:ext cx="3517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Fitness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AAACA-CAE2-10BD-4733-2500CEF94BDC}"/>
              </a:ext>
            </a:extLst>
          </p:cNvPr>
          <p:cNvSpPr txBox="1"/>
          <p:nvPr/>
        </p:nvSpPr>
        <p:spPr>
          <a:xfrm>
            <a:off x="6818636" y="1145894"/>
            <a:ext cx="3686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Displacement from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803DE5-EE2A-FAF1-6BA9-48448E4A144E}"/>
              </a:ext>
            </a:extLst>
          </p:cNvPr>
          <p:cNvSpPr txBox="1"/>
          <p:nvPr/>
        </p:nvSpPr>
        <p:spPr>
          <a:xfrm>
            <a:off x="8807709" y="1162984"/>
            <a:ext cx="543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kern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59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413F4-78FF-1592-C29F-67FEC4A3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27AEFA-996D-65FA-82A9-5CEA99EF85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7" b="26294"/>
          <a:stretch>
            <a:fillRect/>
          </a:stretch>
        </p:blipFill>
        <p:spPr>
          <a:xfrm>
            <a:off x="850350" y="778980"/>
            <a:ext cx="5666938" cy="320723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5837BF-2D8A-A39F-B346-95A8F3B08AC1}"/>
              </a:ext>
            </a:extLst>
          </p:cNvPr>
          <p:cNvSpPr txBox="1"/>
          <p:nvPr/>
        </p:nvSpPr>
        <p:spPr>
          <a:xfrm>
            <a:off x="1418244" y="3875928"/>
            <a:ext cx="467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-2          -1           0           1            2           3</a:t>
            </a:r>
          </a:p>
        </p:txBody>
      </p:sp>
      <p:sp>
        <p:nvSpPr>
          <p:cNvPr id="19" name="Up Arrow 18">
            <a:extLst>
              <a:ext uri="{FF2B5EF4-FFF2-40B4-BE49-F238E27FC236}">
                <a16:creationId xmlns:a16="http://schemas.microsoft.com/office/drawing/2014/main" id="{67D7C0E4-CCD3-E6E7-2563-75E30A097441}"/>
              </a:ext>
            </a:extLst>
          </p:cNvPr>
          <p:cNvSpPr/>
          <p:nvPr/>
        </p:nvSpPr>
        <p:spPr>
          <a:xfrm flipV="1">
            <a:off x="3735405" y="1982508"/>
            <a:ext cx="174590" cy="149986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Up Arrow 20">
            <a:extLst>
              <a:ext uri="{FF2B5EF4-FFF2-40B4-BE49-F238E27FC236}">
                <a16:creationId xmlns:a16="http://schemas.microsoft.com/office/drawing/2014/main" id="{F07FAFFD-2968-2FBE-1152-A249FDD6F16E}"/>
              </a:ext>
            </a:extLst>
          </p:cNvPr>
          <p:cNvSpPr/>
          <p:nvPr/>
        </p:nvSpPr>
        <p:spPr>
          <a:xfrm flipV="1">
            <a:off x="4181457" y="3086099"/>
            <a:ext cx="161944" cy="153832"/>
          </a:xfrm>
          <a:prstGeom prst="upArrow">
            <a:avLst/>
          </a:prstGeom>
          <a:solidFill>
            <a:srgbClr val="0021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0F357F-FD6F-892A-ED1A-4EED56CC98DC}"/>
              </a:ext>
            </a:extLst>
          </p:cNvPr>
          <p:cNvSpPr txBox="1"/>
          <p:nvPr/>
        </p:nvSpPr>
        <p:spPr>
          <a:xfrm>
            <a:off x="2582361" y="4145244"/>
            <a:ext cx="247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Breeding date, days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EC36A4-ECB4-92FC-355A-0B3AB91C9D47}"/>
              </a:ext>
            </a:extLst>
          </p:cNvPr>
          <p:cNvSpPr txBox="1"/>
          <p:nvPr/>
        </p:nvSpPr>
        <p:spPr>
          <a:xfrm rot="16200000">
            <a:off x="-380599" y="2318288"/>
            <a:ext cx="209256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Relative fitness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A7AFEB-CA36-F03B-AFD7-B3D66F2E5B23}"/>
              </a:ext>
            </a:extLst>
          </p:cNvPr>
          <p:cNvSpPr txBox="1"/>
          <p:nvPr/>
        </p:nvSpPr>
        <p:spPr>
          <a:xfrm rot="16200000">
            <a:off x="5402383" y="2444082"/>
            <a:ext cx="2344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Displacement (days)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D90DB3-780F-4A58-064F-588328C55F09}"/>
              </a:ext>
            </a:extLst>
          </p:cNvPr>
          <p:cNvSpPr txBox="1"/>
          <p:nvPr/>
        </p:nvSpPr>
        <p:spPr>
          <a:xfrm>
            <a:off x="6732429" y="2330889"/>
            <a:ext cx="54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5600BC-C71E-E414-9953-7492E398633C}"/>
              </a:ext>
            </a:extLst>
          </p:cNvPr>
          <p:cNvSpPr txBox="1"/>
          <p:nvPr/>
        </p:nvSpPr>
        <p:spPr>
          <a:xfrm>
            <a:off x="6732429" y="2884887"/>
            <a:ext cx="54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E500CA-A03F-BA81-EEB7-04FB5F7BE1AF}"/>
              </a:ext>
            </a:extLst>
          </p:cNvPr>
          <p:cNvSpPr txBox="1"/>
          <p:nvPr/>
        </p:nvSpPr>
        <p:spPr>
          <a:xfrm>
            <a:off x="7648691" y="4145244"/>
            <a:ext cx="2751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Nutritional state,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FDEF84-7CEE-38E7-83CF-2194C58DA0B8}"/>
              </a:ext>
            </a:extLst>
          </p:cNvPr>
          <p:cNvSpPr txBox="1"/>
          <p:nvPr/>
        </p:nvSpPr>
        <p:spPr>
          <a:xfrm>
            <a:off x="3146841" y="1613177"/>
            <a:ext cx="543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kern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itchFamily="2" charset="2"/>
              </a:rPr>
              <a:t></a:t>
            </a: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AC124-6004-FA3A-6B74-FFC1377CF84B}"/>
              </a:ext>
            </a:extLst>
          </p:cNvPr>
          <p:cNvSpPr txBox="1"/>
          <p:nvPr/>
        </p:nvSpPr>
        <p:spPr>
          <a:xfrm>
            <a:off x="2591355" y="1129808"/>
            <a:ext cx="2050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Fitness functions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BF8ED1C-0ABE-6484-9498-B0EA18D9C225}"/>
              </a:ext>
            </a:extLst>
          </p:cNvPr>
          <p:cNvGrpSpPr/>
          <p:nvPr/>
        </p:nvGrpSpPr>
        <p:grpSpPr>
          <a:xfrm>
            <a:off x="7473950" y="1202281"/>
            <a:ext cx="3686601" cy="369332"/>
            <a:chOff x="6818636" y="1145894"/>
            <a:chExt cx="3686601" cy="36933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D2849DE-2D89-6FD5-F846-5EF775283F41}"/>
                </a:ext>
              </a:extLst>
            </p:cNvPr>
            <p:cNvSpPr txBox="1"/>
            <p:nvPr/>
          </p:nvSpPr>
          <p:spPr>
            <a:xfrm>
              <a:off x="6818636" y="1145894"/>
              <a:ext cx="3686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Displacement from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58796AD-5852-AD25-CE8A-56D3CE4D39A2}"/>
                </a:ext>
              </a:extLst>
            </p:cNvPr>
            <p:cNvSpPr txBox="1"/>
            <p:nvPr/>
          </p:nvSpPr>
          <p:spPr>
            <a:xfrm>
              <a:off x="8761473" y="1145894"/>
              <a:ext cx="54329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i="1" kern="1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  <a:sym typeface="Symbol" pitchFamily="2" charset="2"/>
                </a:rPr>
                <a:t></a:t>
              </a:r>
              <a:r>
                <a:rPr lang="en-US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DFBB956-CCC9-A1B8-F160-D0874FC85831}"/>
              </a:ext>
            </a:extLst>
          </p:cNvPr>
          <p:cNvSpPr/>
          <p:nvPr/>
        </p:nvSpPr>
        <p:spPr>
          <a:xfrm>
            <a:off x="4954298" y="2247900"/>
            <a:ext cx="1141702" cy="8381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91FD44-BF96-8511-F0FB-DFA86219C7DC}"/>
              </a:ext>
            </a:extLst>
          </p:cNvPr>
          <p:cNvSpPr txBox="1"/>
          <p:nvPr/>
        </p:nvSpPr>
        <p:spPr>
          <a:xfrm>
            <a:off x="7132096" y="3875928"/>
            <a:ext cx="73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-0.05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B6F718-37F0-837A-5CE4-7934F3A8388F}"/>
              </a:ext>
            </a:extLst>
          </p:cNvPr>
          <p:cNvSpPr txBox="1"/>
          <p:nvPr/>
        </p:nvSpPr>
        <p:spPr>
          <a:xfrm>
            <a:off x="8284610" y="3875928"/>
            <a:ext cx="73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0.05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BA4E3E-4EBD-2AB2-D9D1-91A3CDF933B2}"/>
              </a:ext>
            </a:extLst>
          </p:cNvPr>
          <p:cNvSpPr txBox="1"/>
          <p:nvPr/>
        </p:nvSpPr>
        <p:spPr>
          <a:xfrm>
            <a:off x="9416787" y="3875928"/>
            <a:ext cx="73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0.15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FACD95-0A59-CBD0-A9F7-4AF83C1E18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14" b="14654"/>
          <a:stretch>
            <a:fillRect/>
          </a:stretch>
        </p:blipFill>
        <p:spPr>
          <a:xfrm>
            <a:off x="7307695" y="1815512"/>
            <a:ext cx="3138837" cy="194611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CA66C0B-01AA-E3EE-ECCB-22FEE4C71291}"/>
              </a:ext>
            </a:extLst>
          </p:cNvPr>
          <p:cNvCxnSpPr>
            <a:cxnSpLocks/>
          </p:cNvCxnSpPr>
          <p:nvPr/>
        </p:nvCxnSpPr>
        <p:spPr>
          <a:xfrm>
            <a:off x="7473950" y="3735209"/>
            <a:ext cx="0" cy="1199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7426D56-63B9-1DD1-46FB-ECD3A852CA03}"/>
              </a:ext>
            </a:extLst>
          </p:cNvPr>
          <p:cNvCxnSpPr>
            <a:cxnSpLocks/>
          </p:cNvCxnSpPr>
          <p:nvPr/>
        </p:nvCxnSpPr>
        <p:spPr>
          <a:xfrm>
            <a:off x="8586323" y="3735209"/>
            <a:ext cx="0" cy="1199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BC0FC7-6D5C-91B4-9C90-3FF4933DCB8A}"/>
              </a:ext>
            </a:extLst>
          </p:cNvPr>
          <p:cNvCxnSpPr>
            <a:cxnSpLocks/>
          </p:cNvCxnSpPr>
          <p:nvPr/>
        </p:nvCxnSpPr>
        <p:spPr>
          <a:xfrm>
            <a:off x="9700998" y="3735209"/>
            <a:ext cx="0" cy="1199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4CD2414-3B28-F92D-5E83-38424BBE9951}"/>
              </a:ext>
            </a:extLst>
          </p:cNvPr>
          <p:cNvSpPr txBox="1"/>
          <p:nvPr/>
        </p:nvSpPr>
        <p:spPr>
          <a:xfrm>
            <a:off x="6732429" y="1776891"/>
            <a:ext cx="54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1.5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CF30530-242F-B0CA-4CB8-9D3B0252978A}"/>
              </a:ext>
            </a:extLst>
          </p:cNvPr>
          <p:cNvCxnSpPr>
            <a:cxnSpLocks/>
          </p:cNvCxnSpPr>
          <p:nvPr/>
        </p:nvCxnSpPr>
        <p:spPr>
          <a:xfrm rot="16200000">
            <a:off x="7259622" y="3016065"/>
            <a:ext cx="0" cy="1199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46858DF-96CF-7F87-C9E3-A61E0855955E}"/>
              </a:ext>
            </a:extLst>
          </p:cNvPr>
          <p:cNvCxnSpPr>
            <a:cxnSpLocks/>
          </p:cNvCxnSpPr>
          <p:nvPr/>
        </p:nvCxnSpPr>
        <p:spPr>
          <a:xfrm rot="16200000">
            <a:off x="7259622" y="2454086"/>
            <a:ext cx="0" cy="1199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18E4A56-3B7A-E7D1-A37E-ECF214197D05}"/>
              </a:ext>
            </a:extLst>
          </p:cNvPr>
          <p:cNvCxnSpPr>
            <a:cxnSpLocks/>
          </p:cNvCxnSpPr>
          <p:nvPr/>
        </p:nvCxnSpPr>
        <p:spPr>
          <a:xfrm rot="16200000">
            <a:off x="7259622" y="1892105"/>
            <a:ext cx="0" cy="1199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312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91A0F68-4CA0-0971-C6D0-1766F7778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724" y="1"/>
            <a:ext cx="10299924" cy="58668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9F8DF4-4417-4B72-4371-78417A6D7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150" y="-271326"/>
            <a:ext cx="4914900" cy="32047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2E7FA6-593B-BF8B-55EC-3431D971B453}"/>
              </a:ext>
            </a:extLst>
          </p:cNvPr>
          <p:cNvSpPr txBox="1"/>
          <p:nvPr/>
        </p:nvSpPr>
        <p:spPr>
          <a:xfrm>
            <a:off x="7277100" y="3204746"/>
            <a:ext cx="1651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Vc</a:t>
            </a:r>
            <a:r>
              <a:rPr lang="en-US" dirty="0"/>
              <a:t>=c*Vo*0.5</a:t>
            </a:r>
          </a:p>
          <a:p>
            <a:r>
              <a:rPr lang="en-US" dirty="0"/>
              <a:t>Assuming no investment into chick survival</a:t>
            </a:r>
          </a:p>
        </p:txBody>
      </p:sp>
    </p:spTree>
    <p:extLst>
      <p:ext uri="{BB962C8B-B14F-4D97-AF65-F5344CB8AC3E}">
        <p14:creationId xmlns:p14="http://schemas.microsoft.com/office/powerpoint/2010/main" val="1176979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BFC4E1-1F23-66A4-E60D-78B9F28B2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86" y="2108200"/>
            <a:ext cx="7101864" cy="47498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90812E-4EBD-4DF7-4378-ABF222E2BE51}"/>
              </a:ext>
            </a:extLst>
          </p:cNvPr>
          <p:cNvCxnSpPr>
            <a:cxnSpLocks/>
          </p:cNvCxnSpPr>
          <p:nvPr/>
        </p:nvCxnSpPr>
        <p:spPr>
          <a:xfrm>
            <a:off x="2169763" y="3126783"/>
            <a:ext cx="1797804" cy="8834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178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42664-39F5-7634-F05E-DB9FAAA5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BA61EB7E-34FA-4B9D-A569-36697A988D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2938628"/>
              </p:ext>
            </p:extLst>
          </p:nvPr>
        </p:nvGraphicFramePr>
        <p:xfrm>
          <a:off x="5706011" y="-198218"/>
          <a:ext cx="4708048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6" name="Group 35">
            <a:extLst>
              <a:ext uri="{FF2B5EF4-FFF2-40B4-BE49-F238E27FC236}">
                <a16:creationId xmlns:a16="http://schemas.microsoft.com/office/drawing/2014/main" id="{1CF0DDD9-D11A-6EE5-58EF-68E33D5BAA91}"/>
              </a:ext>
            </a:extLst>
          </p:cNvPr>
          <p:cNvGrpSpPr/>
          <p:nvPr/>
        </p:nvGrpSpPr>
        <p:grpSpPr>
          <a:xfrm>
            <a:off x="2844799" y="2956104"/>
            <a:ext cx="1048089" cy="553095"/>
            <a:chOff x="2562301" y="3087784"/>
            <a:chExt cx="1307548" cy="1106189"/>
          </a:xfrm>
        </p:grpSpPr>
        <p:sp>
          <p:nvSpPr>
            <p:cNvPr id="19" name="Up Arrow 18">
              <a:extLst>
                <a:ext uri="{FF2B5EF4-FFF2-40B4-BE49-F238E27FC236}">
                  <a16:creationId xmlns:a16="http://schemas.microsoft.com/office/drawing/2014/main" id="{7F794487-8D4B-A625-0A9D-A7E83310869B}"/>
                </a:ext>
              </a:extLst>
            </p:cNvPr>
            <p:cNvSpPr/>
            <p:nvPr/>
          </p:nvSpPr>
          <p:spPr>
            <a:xfrm>
              <a:off x="2562301" y="3087784"/>
              <a:ext cx="544431" cy="1106189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Up Arrow 20">
              <a:extLst>
                <a:ext uri="{FF2B5EF4-FFF2-40B4-BE49-F238E27FC236}">
                  <a16:creationId xmlns:a16="http://schemas.microsoft.com/office/drawing/2014/main" id="{D7072BFA-F404-3EC3-B8A3-A35CCF9182F4}"/>
                </a:ext>
              </a:extLst>
            </p:cNvPr>
            <p:cNvSpPr/>
            <p:nvPr/>
          </p:nvSpPr>
          <p:spPr>
            <a:xfrm>
              <a:off x="3565049" y="3247201"/>
              <a:ext cx="304800" cy="735519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2086B0C2-85A3-F374-9542-5D22B0221B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4685284"/>
              </p:ext>
            </p:extLst>
          </p:nvPr>
        </p:nvGraphicFramePr>
        <p:xfrm>
          <a:off x="5350168" y="1117090"/>
          <a:ext cx="3735101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F0C562E1-5E43-672E-2034-87320879C7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8151975"/>
              </p:ext>
            </p:extLst>
          </p:nvPr>
        </p:nvGraphicFramePr>
        <p:xfrm>
          <a:off x="6680192" y="992857"/>
          <a:ext cx="3672907" cy="1868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41944070-13A5-DA71-E353-CCA188E06A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1363541"/>
              </p:ext>
            </p:extLst>
          </p:nvPr>
        </p:nvGraphicFramePr>
        <p:xfrm>
          <a:off x="5593139" y="4163042"/>
          <a:ext cx="4708048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B9C18B54-73E7-57F6-2E67-0EAB166A49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4803961"/>
              </p:ext>
            </p:extLst>
          </p:nvPr>
        </p:nvGraphicFramePr>
        <p:xfrm>
          <a:off x="1848938" y="4826047"/>
          <a:ext cx="3855719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8" name="Chart 37">
            <a:extLst>
              <a:ext uri="{FF2B5EF4-FFF2-40B4-BE49-F238E27FC236}">
                <a16:creationId xmlns:a16="http://schemas.microsoft.com/office/drawing/2014/main" id="{1B620ACE-FF2B-CFE2-474D-BB80D20B96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4910279"/>
              </p:ext>
            </p:extLst>
          </p:nvPr>
        </p:nvGraphicFramePr>
        <p:xfrm>
          <a:off x="996609" y="4302591"/>
          <a:ext cx="4708048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FE4129ED-8477-DA35-920E-4AF2EF5911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9974987"/>
              </p:ext>
            </p:extLst>
          </p:nvPr>
        </p:nvGraphicFramePr>
        <p:xfrm>
          <a:off x="885091" y="1492122"/>
          <a:ext cx="4708048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4F26D8D9-8A15-A388-BAF6-E3068BCE72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3042811"/>
              </p:ext>
            </p:extLst>
          </p:nvPr>
        </p:nvGraphicFramePr>
        <p:xfrm>
          <a:off x="5836484" y="4777302"/>
          <a:ext cx="3855719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475D434D-AC49-EF25-1299-6A9E31E00B92}"/>
              </a:ext>
            </a:extLst>
          </p:cNvPr>
          <p:cNvGrpSpPr/>
          <p:nvPr/>
        </p:nvGrpSpPr>
        <p:grpSpPr>
          <a:xfrm>
            <a:off x="7519869" y="2903145"/>
            <a:ext cx="1048089" cy="553095"/>
            <a:chOff x="2562301" y="3087784"/>
            <a:chExt cx="1307548" cy="1106189"/>
          </a:xfrm>
        </p:grpSpPr>
        <p:sp>
          <p:nvSpPr>
            <p:cNvPr id="42" name="Up Arrow 41">
              <a:extLst>
                <a:ext uri="{FF2B5EF4-FFF2-40B4-BE49-F238E27FC236}">
                  <a16:creationId xmlns:a16="http://schemas.microsoft.com/office/drawing/2014/main" id="{7EBE98E1-8012-88F6-E306-3293A1B5E165}"/>
                </a:ext>
              </a:extLst>
            </p:cNvPr>
            <p:cNvSpPr/>
            <p:nvPr/>
          </p:nvSpPr>
          <p:spPr>
            <a:xfrm>
              <a:off x="2562301" y="3087784"/>
              <a:ext cx="544431" cy="1106189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Up Arrow 42">
              <a:extLst>
                <a:ext uri="{FF2B5EF4-FFF2-40B4-BE49-F238E27FC236}">
                  <a16:creationId xmlns:a16="http://schemas.microsoft.com/office/drawing/2014/main" id="{0D98ADA1-46EA-153F-8313-34DDD4FEFC13}"/>
                </a:ext>
              </a:extLst>
            </p:cNvPr>
            <p:cNvSpPr/>
            <p:nvPr/>
          </p:nvSpPr>
          <p:spPr>
            <a:xfrm>
              <a:off x="3565049" y="3247201"/>
              <a:ext cx="304800" cy="735519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0465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7C787-2582-108C-ECDA-DE2478BB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4485A28-AFAB-645C-F87C-701E9E8B4F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97571"/>
              </p:ext>
            </p:extLst>
          </p:nvPr>
        </p:nvGraphicFramePr>
        <p:xfrm>
          <a:off x="2270821" y="3572842"/>
          <a:ext cx="3234771" cy="1381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F563C49-189F-C947-C5F3-D553B60A8F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2930203"/>
              </p:ext>
            </p:extLst>
          </p:nvPr>
        </p:nvGraphicFramePr>
        <p:xfrm>
          <a:off x="1868261" y="2172671"/>
          <a:ext cx="4708048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3C3EEA7-1B1E-070C-0B07-FB862E95A6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2612368"/>
              </p:ext>
            </p:extLst>
          </p:nvPr>
        </p:nvGraphicFramePr>
        <p:xfrm>
          <a:off x="1489300" y="3107858"/>
          <a:ext cx="3855719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8363DC39-C4F8-AEDD-601C-B7BD230427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270081"/>
              </p:ext>
            </p:extLst>
          </p:nvPr>
        </p:nvGraphicFramePr>
        <p:xfrm>
          <a:off x="1387952" y="706457"/>
          <a:ext cx="4708048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E33D515-5404-1492-88AF-5BF3125934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3539000"/>
              </p:ext>
            </p:extLst>
          </p:nvPr>
        </p:nvGraphicFramePr>
        <p:xfrm>
          <a:off x="732691" y="2193162"/>
          <a:ext cx="4708048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034890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62123-5FEE-9103-0C5F-1069229E5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67E3E94-AF8A-64E1-15E0-D059EF0437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4738676"/>
              </p:ext>
            </p:extLst>
          </p:nvPr>
        </p:nvGraphicFramePr>
        <p:xfrm>
          <a:off x="5736917" y="377164"/>
          <a:ext cx="4708048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7AE1EE13-5A9D-A77B-31B8-8219AA4C08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1167224"/>
              </p:ext>
            </p:extLst>
          </p:nvPr>
        </p:nvGraphicFramePr>
        <p:xfrm>
          <a:off x="6534319" y="366833"/>
          <a:ext cx="4708048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ED0765E-E7A9-888B-4C40-E8BC33B7AE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3557620"/>
              </p:ext>
            </p:extLst>
          </p:nvPr>
        </p:nvGraphicFramePr>
        <p:xfrm>
          <a:off x="6360432" y="1569469"/>
          <a:ext cx="4101655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BDEAC0A-88AC-1EE1-22B6-A0A991E8C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0938862"/>
              </p:ext>
            </p:extLst>
          </p:nvPr>
        </p:nvGraphicFramePr>
        <p:xfrm>
          <a:off x="1814623" y="1566548"/>
          <a:ext cx="4101655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BAEE0C7-8ACB-ACB9-05A6-0B440233F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9087806"/>
              </p:ext>
            </p:extLst>
          </p:nvPr>
        </p:nvGraphicFramePr>
        <p:xfrm>
          <a:off x="1566367" y="410687"/>
          <a:ext cx="4708048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5AFFECCB-1E5F-EB69-666D-36640A6393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882625"/>
              </p:ext>
            </p:extLst>
          </p:nvPr>
        </p:nvGraphicFramePr>
        <p:xfrm>
          <a:off x="2269841" y="1561989"/>
          <a:ext cx="3855719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829A57-A6CF-8D3D-D626-69E34CCA7872}"/>
              </a:ext>
            </a:extLst>
          </p:cNvPr>
          <p:cNvCxnSpPr>
            <a:cxnSpLocks/>
          </p:cNvCxnSpPr>
          <p:nvPr/>
        </p:nvCxnSpPr>
        <p:spPr>
          <a:xfrm>
            <a:off x="4061644" y="3270057"/>
            <a:ext cx="0" cy="18288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7B8107A7-4D30-A590-7031-A7150E1BB8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1125444"/>
              </p:ext>
            </p:extLst>
          </p:nvPr>
        </p:nvGraphicFramePr>
        <p:xfrm>
          <a:off x="2357180" y="1569469"/>
          <a:ext cx="3855719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96C82A0-F1FF-F655-64A5-4C8052D74E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2283748"/>
              </p:ext>
            </p:extLst>
          </p:nvPr>
        </p:nvGraphicFramePr>
        <p:xfrm>
          <a:off x="6902989" y="1573971"/>
          <a:ext cx="3855719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0192236-F6BF-D69E-3D07-E0BAED5B4311}"/>
              </a:ext>
            </a:extLst>
          </p:cNvPr>
          <p:cNvCxnSpPr>
            <a:cxnSpLocks/>
          </p:cNvCxnSpPr>
          <p:nvPr/>
        </p:nvCxnSpPr>
        <p:spPr>
          <a:xfrm>
            <a:off x="8620061" y="3270057"/>
            <a:ext cx="0" cy="18288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5CC4251-BB3C-421F-7D44-96AFE88B06C4}"/>
              </a:ext>
            </a:extLst>
          </p:cNvPr>
          <p:cNvSpPr txBox="1"/>
          <p:nvPr/>
        </p:nvSpPr>
        <p:spPr>
          <a:xfrm>
            <a:off x="3009430" y="498266"/>
            <a:ext cx="800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751312-6AE4-90C6-C802-B31AAD68B4ED}"/>
              </a:ext>
            </a:extLst>
          </p:cNvPr>
          <p:cNvSpPr txBox="1"/>
          <p:nvPr/>
        </p:nvSpPr>
        <p:spPr>
          <a:xfrm>
            <a:off x="7183509" y="498266"/>
            <a:ext cx="800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601A0AE-97C9-5380-0AF4-DCB3BBF27476}"/>
              </a:ext>
            </a:extLst>
          </p:cNvPr>
          <p:cNvCxnSpPr>
            <a:cxnSpLocks/>
          </p:cNvCxnSpPr>
          <p:nvPr/>
        </p:nvCxnSpPr>
        <p:spPr>
          <a:xfrm flipV="1">
            <a:off x="1966417" y="2233844"/>
            <a:ext cx="0" cy="10362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069C16B-B3C1-17B4-DB60-52E63CE010FF}"/>
              </a:ext>
            </a:extLst>
          </p:cNvPr>
          <p:cNvCxnSpPr>
            <a:cxnSpLocks/>
          </p:cNvCxnSpPr>
          <p:nvPr/>
        </p:nvCxnSpPr>
        <p:spPr>
          <a:xfrm flipV="1">
            <a:off x="1966417" y="624880"/>
            <a:ext cx="0" cy="14182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E2D70F-8E8D-26E3-A38D-8B8A65754A88}"/>
              </a:ext>
            </a:extLst>
          </p:cNvPr>
          <p:cNvSpPr txBox="1"/>
          <p:nvPr/>
        </p:nvSpPr>
        <p:spPr>
          <a:xfrm rot="16200000">
            <a:off x="731728" y="916031"/>
            <a:ext cx="1498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Fitness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4582C4-D4C1-FAF1-B52D-DE17C291EE5B}"/>
              </a:ext>
            </a:extLst>
          </p:cNvPr>
          <p:cNvSpPr txBox="1"/>
          <p:nvPr/>
        </p:nvSpPr>
        <p:spPr>
          <a:xfrm rot="16200000">
            <a:off x="733288" y="2418604"/>
            <a:ext cx="1485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Phenotype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6D1B8-925A-679E-8E80-EC4B8F1931B8}"/>
              </a:ext>
            </a:extLst>
          </p:cNvPr>
          <p:cNvSpPr txBox="1"/>
          <p:nvPr/>
        </p:nvSpPr>
        <p:spPr>
          <a:xfrm>
            <a:off x="3009430" y="3604225"/>
            <a:ext cx="2457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Breeding date,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1FCEB0-92AC-9851-4608-956922610B3F}"/>
              </a:ext>
            </a:extLst>
          </p:cNvPr>
          <p:cNvSpPr txBox="1"/>
          <p:nvPr/>
        </p:nvSpPr>
        <p:spPr>
          <a:xfrm>
            <a:off x="7564133" y="3604225"/>
            <a:ext cx="2457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Breeding date,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A02CF3B-21D4-CAAE-6E04-32E85BA3541B}"/>
                  </a:ext>
                </a:extLst>
              </p:cNvPr>
              <p:cNvSpPr txBox="1"/>
              <p:nvPr/>
            </p:nvSpPr>
            <p:spPr>
              <a:xfrm>
                <a:off x="3897952" y="3392898"/>
                <a:ext cx="7170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A02CF3B-21D4-CAAE-6E04-32E85BA35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952" y="3392898"/>
                <a:ext cx="71702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ACBB8A7-A817-3682-366D-1BAEACC1A2F0}"/>
                  </a:ext>
                </a:extLst>
              </p:cNvPr>
              <p:cNvSpPr txBox="1"/>
              <p:nvPr/>
            </p:nvSpPr>
            <p:spPr>
              <a:xfrm>
                <a:off x="8454401" y="3392898"/>
                <a:ext cx="7170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ACBB8A7-A817-3682-366D-1BAEACC1A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401" y="3392898"/>
                <a:ext cx="71702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EA5136BE-AC91-A8F2-4506-3FB8DEC0231E}"/>
              </a:ext>
            </a:extLst>
          </p:cNvPr>
          <p:cNvSpPr/>
          <p:nvPr/>
        </p:nvSpPr>
        <p:spPr>
          <a:xfrm>
            <a:off x="10462087" y="1757363"/>
            <a:ext cx="482138" cy="671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33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943A69-468E-18E2-55A6-63ED42729CA5}"/>
              </a:ext>
            </a:extLst>
          </p:cNvPr>
          <p:cNvSpPr txBox="1"/>
          <p:nvPr/>
        </p:nvSpPr>
        <p:spPr>
          <a:xfrm>
            <a:off x="342900" y="142875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Date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E54DD8-7590-1355-63C0-457B14BAAD4A}"/>
              </a:ext>
            </a:extLst>
          </p:cNvPr>
          <p:cNvCxnSpPr>
            <a:cxnSpLocks/>
          </p:cNvCxnSpPr>
          <p:nvPr/>
        </p:nvCxnSpPr>
        <p:spPr>
          <a:xfrm>
            <a:off x="2381250" y="1638300"/>
            <a:ext cx="742950" cy="0"/>
          </a:xfrm>
          <a:prstGeom prst="line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C8C9DE6-4601-48A7-BB7B-BB9A5AED7C09}"/>
              </a:ext>
            </a:extLst>
          </p:cNvPr>
          <p:cNvSpPr txBox="1"/>
          <p:nvPr/>
        </p:nvSpPr>
        <p:spPr>
          <a:xfrm>
            <a:off x="3143250" y="1453634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Flight time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A902DC-8018-E4F6-E8E4-8DC0ABE05569}"/>
              </a:ext>
            </a:extLst>
          </p:cNvPr>
          <p:cNvCxnSpPr>
            <a:cxnSpLocks/>
          </p:cNvCxnSpPr>
          <p:nvPr/>
        </p:nvCxnSpPr>
        <p:spPr>
          <a:xfrm>
            <a:off x="4343400" y="1638300"/>
            <a:ext cx="742950" cy="0"/>
          </a:xfrm>
          <a:prstGeom prst="line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A350576-CEE5-F924-ED4D-78C182826E49}"/>
              </a:ext>
            </a:extLst>
          </p:cNvPr>
          <p:cNvSpPr txBox="1"/>
          <p:nvPr/>
        </p:nvSpPr>
        <p:spPr>
          <a:xfrm>
            <a:off x="5086350" y="1428750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Parental survival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98404A-E805-6A4E-2D53-1CE0FBAEB4EE}"/>
              </a:ext>
            </a:extLst>
          </p:cNvPr>
          <p:cNvSpPr txBox="1"/>
          <p:nvPr/>
        </p:nvSpPr>
        <p:spPr>
          <a:xfrm>
            <a:off x="2600325" y="964168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3831E7-A09A-6930-EB93-DC4664C9C059}"/>
              </a:ext>
            </a:extLst>
          </p:cNvPr>
          <p:cNvSpPr txBox="1"/>
          <p:nvPr/>
        </p:nvSpPr>
        <p:spPr>
          <a:xfrm>
            <a:off x="4438650" y="944344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8ECB0A-3049-3B0B-AA9B-FC76CDE132C6}"/>
              </a:ext>
            </a:extLst>
          </p:cNvPr>
          <p:cNvSpPr txBox="1"/>
          <p:nvPr/>
        </p:nvSpPr>
        <p:spPr>
          <a:xfrm>
            <a:off x="1638300" y="142875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Voles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025945-0AEA-DBB8-6361-DA008763267F}"/>
              </a:ext>
            </a:extLst>
          </p:cNvPr>
          <p:cNvCxnSpPr>
            <a:cxnSpLocks/>
          </p:cNvCxnSpPr>
          <p:nvPr/>
        </p:nvCxnSpPr>
        <p:spPr>
          <a:xfrm>
            <a:off x="914400" y="1618476"/>
            <a:ext cx="742950" cy="0"/>
          </a:xfrm>
          <a:prstGeom prst="line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603771E-B731-8785-21A9-BE79506101F3}"/>
              </a:ext>
            </a:extLst>
          </p:cNvPr>
          <p:cNvSpPr txBox="1"/>
          <p:nvPr/>
        </p:nvSpPr>
        <p:spPr>
          <a:xfrm>
            <a:off x="1190625" y="1077694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06154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030EC-D4AC-CCF4-9929-FBDF838F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D0ED1F5-BB71-7AE1-CAEE-11428C1811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0650957"/>
              </p:ext>
            </p:extLst>
          </p:nvPr>
        </p:nvGraphicFramePr>
        <p:xfrm>
          <a:off x="580291" y="455802"/>
          <a:ext cx="4708048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D6E4A53-E4C5-99CC-9901-B56522BA6C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3114935"/>
              </p:ext>
            </p:extLst>
          </p:nvPr>
        </p:nvGraphicFramePr>
        <p:xfrm>
          <a:off x="799410" y="-75091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8CEDC6F-C1CE-7554-66E0-BB09E758FE65}"/>
              </a:ext>
            </a:extLst>
          </p:cNvPr>
          <p:cNvGraphicFramePr>
            <a:graphicFrameLocks/>
          </p:cNvGraphicFramePr>
          <p:nvPr/>
        </p:nvGraphicFramePr>
        <p:xfrm>
          <a:off x="1135999" y="1629810"/>
          <a:ext cx="3855719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8963110-33BA-41D8-61C7-864AD5F20233}"/>
              </a:ext>
            </a:extLst>
          </p:cNvPr>
          <p:cNvGraphicFramePr>
            <a:graphicFrameLocks/>
          </p:cNvGraphicFramePr>
          <p:nvPr/>
        </p:nvGraphicFramePr>
        <p:xfrm>
          <a:off x="5649264" y="296384"/>
          <a:ext cx="4708048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3B91677-BBB0-8D3C-35B5-6BE55AB1C004}"/>
              </a:ext>
            </a:extLst>
          </p:cNvPr>
          <p:cNvGraphicFramePr>
            <a:graphicFrameLocks/>
          </p:cNvGraphicFramePr>
          <p:nvPr/>
        </p:nvGraphicFramePr>
        <p:xfrm>
          <a:off x="839378" y="1640141"/>
          <a:ext cx="3855719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DE020FB4-425D-815C-1298-402AE4D4EF22}"/>
              </a:ext>
            </a:extLst>
          </p:cNvPr>
          <p:cNvGraphicFramePr>
            <a:graphicFrameLocks/>
          </p:cNvGraphicFramePr>
          <p:nvPr/>
        </p:nvGraphicFramePr>
        <p:xfrm>
          <a:off x="6501593" y="1561989"/>
          <a:ext cx="3855719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B2193947-13EF-716B-EF9E-81428D443E4F}"/>
              </a:ext>
            </a:extLst>
          </p:cNvPr>
          <p:cNvGraphicFramePr>
            <a:graphicFrameLocks/>
          </p:cNvGraphicFramePr>
          <p:nvPr/>
        </p:nvGraphicFramePr>
        <p:xfrm>
          <a:off x="6204972" y="1572320"/>
          <a:ext cx="3855719" cy="1856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2F2F166-F3E0-09F0-AAD8-B86028711F7F}"/>
              </a:ext>
            </a:extLst>
          </p:cNvPr>
          <p:cNvSpPr/>
          <p:nvPr/>
        </p:nvSpPr>
        <p:spPr>
          <a:xfrm>
            <a:off x="354698" y="-678041"/>
            <a:ext cx="1343483" cy="34060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61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1872FC-8964-B868-97CE-58E97A39F8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373"/>
          <a:stretch>
            <a:fillRect/>
          </a:stretch>
        </p:blipFill>
        <p:spPr>
          <a:xfrm>
            <a:off x="326137" y="-236462"/>
            <a:ext cx="10820400" cy="608534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E5B8745-EECC-AFA4-71F8-14FE621A57F8}"/>
              </a:ext>
            </a:extLst>
          </p:cNvPr>
          <p:cNvSpPr/>
          <p:nvPr/>
        </p:nvSpPr>
        <p:spPr>
          <a:xfrm>
            <a:off x="6096000" y="167867"/>
            <a:ext cx="4346448" cy="168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2CAC70-1E9C-D6BC-738B-0A0DE1E330A8}"/>
              </a:ext>
            </a:extLst>
          </p:cNvPr>
          <p:cNvSpPr txBox="1"/>
          <p:nvPr/>
        </p:nvSpPr>
        <p:spPr>
          <a:xfrm>
            <a:off x="4425696" y="6068548"/>
            <a:ext cx="4828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Day in season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554466-0AF6-4D4C-6C92-E7D470BD0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793" y="0"/>
            <a:ext cx="1917700" cy="3111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11A03D-CBCF-512C-BD9D-0EDEB78A8FD2}"/>
              </a:ext>
            </a:extLst>
          </p:cNvPr>
          <p:cNvSpPr txBox="1"/>
          <p:nvPr/>
        </p:nvSpPr>
        <p:spPr>
          <a:xfrm>
            <a:off x="8723376" y="6068548"/>
            <a:ext cx="2816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Dijkstra et al.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595F29-54F0-5E82-5A8B-0D73BCB29541}"/>
              </a:ext>
            </a:extLst>
          </p:cNvPr>
          <p:cNvSpPr/>
          <p:nvPr/>
        </p:nvSpPr>
        <p:spPr>
          <a:xfrm>
            <a:off x="359156" y="128108"/>
            <a:ext cx="884428" cy="1188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42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9A5D94-0383-6C82-7697-9B3268B7E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61" y="1248849"/>
            <a:ext cx="5564239" cy="50640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6D34D1-93EE-E24E-2BEA-69D8FABD74C2}"/>
              </a:ext>
            </a:extLst>
          </p:cNvPr>
          <p:cNvSpPr txBox="1"/>
          <p:nvPr/>
        </p:nvSpPr>
        <p:spPr>
          <a:xfrm>
            <a:off x="929148" y="427703"/>
            <a:ext cx="395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Rowe et al. 1994.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6CD858-B755-A025-F74E-0123195E4CD4}"/>
              </a:ext>
            </a:extLst>
          </p:cNvPr>
          <p:cNvSpPr txBox="1"/>
          <p:nvPr/>
        </p:nvSpPr>
        <p:spPr>
          <a:xfrm>
            <a:off x="6583680" y="4169664"/>
            <a:ext cx="321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sigmaY</a:t>
            </a:r>
            <a:r>
              <a:rPr lang="en-US" dirty="0"/>
              <a:t> = </a:t>
            </a:r>
            <a:r>
              <a:rPr lang="en-US" dirty="0" err="1"/>
              <a:t>sigmasqn</a:t>
            </a:r>
            <a:r>
              <a:rPr lang="en-US" dirty="0"/>
              <a:t> + K</a:t>
            </a:r>
          </a:p>
        </p:txBody>
      </p:sp>
    </p:spTree>
    <p:extLst>
      <p:ext uri="{BB962C8B-B14F-4D97-AF65-F5344CB8AC3E}">
        <p14:creationId xmlns:p14="http://schemas.microsoft.com/office/powerpoint/2010/main" val="3473265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6A164-4E33-B205-1A0B-B7AAFF659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47154170-89FB-4FEB-2E66-C5B311899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30" y="1165627"/>
            <a:ext cx="4699456" cy="34608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8A55666-6D7F-3E8F-FAA7-86C41A03D48B}"/>
              </a:ext>
            </a:extLst>
          </p:cNvPr>
          <p:cNvSpPr txBox="1"/>
          <p:nvPr/>
        </p:nvSpPr>
        <p:spPr>
          <a:xfrm>
            <a:off x="1596044" y="3773978"/>
            <a:ext cx="38903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0             1            2             3           4            5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ACE36267-4A9D-ED62-4618-94538ED7255B}"/>
              </a:ext>
            </a:extLst>
          </p:cNvPr>
          <p:cNvSpPr/>
          <p:nvPr/>
        </p:nvSpPr>
        <p:spPr>
          <a:xfrm>
            <a:off x="4139486" y="1529542"/>
            <a:ext cx="1878929" cy="1479665"/>
          </a:xfrm>
          <a:custGeom>
            <a:avLst/>
            <a:gdLst>
              <a:gd name="connsiteX0" fmla="*/ 50129 w 1878929"/>
              <a:gd name="connsiteY0" fmla="*/ 498763 h 1479665"/>
              <a:gd name="connsiteX1" fmla="*/ 50129 w 1878929"/>
              <a:gd name="connsiteY1" fmla="*/ 798022 h 1479665"/>
              <a:gd name="connsiteX2" fmla="*/ 149881 w 1878929"/>
              <a:gd name="connsiteY2" fmla="*/ 964276 h 1479665"/>
              <a:gd name="connsiteX3" fmla="*/ 233009 w 1878929"/>
              <a:gd name="connsiteY3" fmla="*/ 1080654 h 1479665"/>
              <a:gd name="connsiteX4" fmla="*/ 332761 w 1878929"/>
              <a:gd name="connsiteY4" fmla="*/ 1163782 h 1479665"/>
              <a:gd name="connsiteX5" fmla="*/ 415889 w 1878929"/>
              <a:gd name="connsiteY5" fmla="*/ 1263534 h 1479665"/>
              <a:gd name="connsiteX6" fmla="*/ 465765 w 1878929"/>
              <a:gd name="connsiteY6" fmla="*/ 1330036 h 1479665"/>
              <a:gd name="connsiteX7" fmla="*/ 665270 w 1878929"/>
              <a:gd name="connsiteY7" fmla="*/ 1429789 h 1479665"/>
              <a:gd name="connsiteX8" fmla="*/ 715147 w 1878929"/>
              <a:gd name="connsiteY8" fmla="*/ 1446414 h 1479665"/>
              <a:gd name="connsiteX9" fmla="*/ 765023 w 1878929"/>
              <a:gd name="connsiteY9" fmla="*/ 1463040 h 1479665"/>
              <a:gd name="connsiteX10" fmla="*/ 848150 w 1878929"/>
              <a:gd name="connsiteY10" fmla="*/ 1479665 h 1479665"/>
              <a:gd name="connsiteX11" fmla="*/ 1147409 w 1878929"/>
              <a:gd name="connsiteY11" fmla="*/ 1463040 h 1479665"/>
              <a:gd name="connsiteX12" fmla="*/ 1280412 w 1878929"/>
              <a:gd name="connsiteY12" fmla="*/ 1396538 h 1479665"/>
              <a:gd name="connsiteX13" fmla="*/ 1330289 w 1878929"/>
              <a:gd name="connsiteY13" fmla="*/ 1379913 h 1479665"/>
              <a:gd name="connsiteX14" fmla="*/ 1380165 w 1878929"/>
              <a:gd name="connsiteY14" fmla="*/ 1346662 h 1479665"/>
              <a:gd name="connsiteX15" fmla="*/ 1463292 w 1878929"/>
              <a:gd name="connsiteY15" fmla="*/ 1313411 h 1479665"/>
              <a:gd name="connsiteX16" fmla="*/ 1513169 w 1878929"/>
              <a:gd name="connsiteY16" fmla="*/ 1296785 h 1479665"/>
              <a:gd name="connsiteX17" fmla="*/ 1563045 w 1878929"/>
              <a:gd name="connsiteY17" fmla="*/ 1263534 h 1479665"/>
              <a:gd name="connsiteX18" fmla="*/ 1612921 w 1878929"/>
              <a:gd name="connsiteY18" fmla="*/ 1246909 h 1479665"/>
              <a:gd name="connsiteX19" fmla="*/ 1745925 w 1878929"/>
              <a:gd name="connsiteY19" fmla="*/ 1163782 h 1479665"/>
              <a:gd name="connsiteX20" fmla="*/ 1779176 w 1878929"/>
              <a:gd name="connsiteY20" fmla="*/ 1113905 h 1479665"/>
              <a:gd name="connsiteX21" fmla="*/ 1829052 w 1878929"/>
              <a:gd name="connsiteY21" fmla="*/ 1064029 h 1479665"/>
              <a:gd name="connsiteX22" fmla="*/ 1862303 w 1878929"/>
              <a:gd name="connsiteY22" fmla="*/ 997527 h 1479665"/>
              <a:gd name="connsiteX23" fmla="*/ 1878929 w 1878929"/>
              <a:gd name="connsiteY23" fmla="*/ 897774 h 1479665"/>
              <a:gd name="connsiteX24" fmla="*/ 1862303 w 1878929"/>
              <a:gd name="connsiteY24" fmla="*/ 798022 h 1479665"/>
              <a:gd name="connsiteX25" fmla="*/ 1829052 w 1878929"/>
              <a:gd name="connsiteY25" fmla="*/ 714894 h 1479665"/>
              <a:gd name="connsiteX26" fmla="*/ 1662798 w 1878929"/>
              <a:gd name="connsiteY26" fmla="*/ 482138 h 1479665"/>
              <a:gd name="connsiteX27" fmla="*/ 1579670 w 1878929"/>
              <a:gd name="connsiteY27" fmla="*/ 365760 h 1479665"/>
              <a:gd name="connsiteX28" fmla="*/ 1479918 w 1878929"/>
              <a:gd name="connsiteY28" fmla="*/ 266007 h 1479665"/>
              <a:gd name="connsiteX29" fmla="*/ 1430041 w 1878929"/>
              <a:gd name="connsiteY29" fmla="*/ 216131 h 1479665"/>
              <a:gd name="connsiteX30" fmla="*/ 1363539 w 1878929"/>
              <a:gd name="connsiteY30" fmla="*/ 182880 h 1479665"/>
              <a:gd name="connsiteX31" fmla="*/ 1197285 w 1878929"/>
              <a:gd name="connsiteY31" fmla="*/ 83127 h 1479665"/>
              <a:gd name="connsiteX32" fmla="*/ 1114158 w 1878929"/>
              <a:gd name="connsiteY32" fmla="*/ 66502 h 1479665"/>
              <a:gd name="connsiteX33" fmla="*/ 1047656 w 1878929"/>
              <a:gd name="connsiteY33" fmla="*/ 33251 h 1479665"/>
              <a:gd name="connsiteX34" fmla="*/ 814899 w 1878929"/>
              <a:gd name="connsiteY34" fmla="*/ 0 h 1479665"/>
              <a:gd name="connsiteX35" fmla="*/ 415889 w 1878929"/>
              <a:gd name="connsiteY35" fmla="*/ 16625 h 1479665"/>
              <a:gd name="connsiteX36" fmla="*/ 282885 w 1878929"/>
              <a:gd name="connsiteY36" fmla="*/ 99753 h 1479665"/>
              <a:gd name="connsiteX37" fmla="*/ 249634 w 1878929"/>
              <a:gd name="connsiteY37" fmla="*/ 149629 h 1479665"/>
              <a:gd name="connsiteX38" fmla="*/ 149881 w 1878929"/>
              <a:gd name="connsiteY38" fmla="*/ 232756 h 1479665"/>
              <a:gd name="connsiteX39" fmla="*/ 100005 w 1878929"/>
              <a:gd name="connsiteY39" fmla="*/ 299258 h 1479665"/>
              <a:gd name="connsiteX40" fmla="*/ 16878 w 1878929"/>
              <a:gd name="connsiteY40" fmla="*/ 399011 h 1479665"/>
              <a:gd name="connsiteX41" fmla="*/ 16878 w 1878929"/>
              <a:gd name="connsiteY41" fmla="*/ 565265 h 1479665"/>
              <a:gd name="connsiteX42" fmla="*/ 33503 w 1878929"/>
              <a:gd name="connsiteY42" fmla="*/ 581891 h 1479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878929" h="1479665">
                <a:moveTo>
                  <a:pt x="50129" y="498763"/>
                </a:moveTo>
                <a:cubicBezTo>
                  <a:pt x="30780" y="634204"/>
                  <a:pt x="20687" y="640994"/>
                  <a:pt x="50129" y="798022"/>
                </a:cubicBezTo>
                <a:cubicBezTo>
                  <a:pt x="65163" y="878205"/>
                  <a:pt x="102065" y="900521"/>
                  <a:pt x="149881" y="964276"/>
                </a:cubicBezTo>
                <a:cubicBezTo>
                  <a:pt x="202522" y="1034464"/>
                  <a:pt x="165568" y="1001973"/>
                  <a:pt x="233009" y="1080654"/>
                </a:cubicBezTo>
                <a:cubicBezTo>
                  <a:pt x="275682" y="1130438"/>
                  <a:pt x="281451" y="1129575"/>
                  <a:pt x="332761" y="1163782"/>
                </a:cubicBezTo>
                <a:cubicBezTo>
                  <a:pt x="406255" y="1274021"/>
                  <a:pt x="319876" y="1151519"/>
                  <a:pt x="415889" y="1263534"/>
                </a:cubicBezTo>
                <a:cubicBezTo>
                  <a:pt x="433922" y="1284572"/>
                  <a:pt x="445055" y="1311627"/>
                  <a:pt x="465765" y="1330036"/>
                </a:cubicBezTo>
                <a:cubicBezTo>
                  <a:pt x="543113" y="1398790"/>
                  <a:pt x="572834" y="1398977"/>
                  <a:pt x="665270" y="1429789"/>
                </a:cubicBezTo>
                <a:lnTo>
                  <a:pt x="715147" y="1446414"/>
                </a:lnTo>
                <a:cubicBezTo>
                  <a:pt x="731772" y="1451956"/>
                  <a:pt x="747839" y="1459603"/>
                  <a:pt x="765023" y="1463040"/>
                </a:cubicBezTo>
                <a:lnTo>
                  <a:pt x="848150" y="1479665"/>
                </a:lnTo>
                <a:cubicBezTo>
                  <a:pt x="947903" y="1474123"/>
                  <a:pt x="1047952" y="1472512"/>
                  <a:pt x="1147409" y="1463040"/>
                </a:cubicBezTo>
                <a:cubicBezTo>
                  <a:pt x="1193718" y="1458630"/>
                  <a:pt x="1245361" y="1414063"/>
                  <a:pt x="1280412" y="1396538"/>
                </a:cubicBezTo>
                <a:cubicBezTo>
                  <a:pt x="1296087" y="1388701"/>
                  <a:pt x="1313663" y="1385455"/>
                  <a:pt x="1330289" y="1379913"/>
                </a:cubicBezTo>
                <a:cubicBezTo>
                  <a:pt x="1346914" y="1368829"/>
                  <a:pt x="1362293" y="1355598"/>
                  <a:pt x="1380165" y="1346662"/>
                </a:cubicBezTo>
                <a:cubicBezTo>
                  <a:pt x="1406858" y="1333315"/>
                  <a:pt x="1435349" y="1323890"/>
                  <a:pt x="1463292" y="1313411"/>
                </a:cubicBezTo>
                <a:cubicBezTo>
                  <a:pt x="1479701" y="1307257"/>
                  <a:pt x="1497494" y="1304622"/>
                  <a:pt x="1513169" y="1296785"/>
                </a:cubicBezTo>
                <a:cubicBezTo>
                  <a:pt x="1531041" y="1287849"/>
                  <a:pt x="1545173" y="1272470"/>
                  <a:pt x="1563045" y="1263534"/>
                </a:cubicBezTo>
                <a:cubicBezTo>
                  <a:pt x="1578719" y="1255697"/>
                  <a:pt x="1596813" y="1253812"/>
                  <a:pt x="1612921" y="1246909"/>
                </a:cubicBezTo>
                <a:cubicBezTo>
                  <a:pt x="1683920" y="1216481"/>
                  <a:pt x="1682277" y="1211517"/>
                  <a:pt x="1745925" y="1163782"/>
                </a:cubicBezTo>
                <a:cubicBezTo>
                  <a:pt x="1757009" y="1147156"/>
                  <a:pt x="1766384" y="1129255"/>
                  <a:pt x="1779176" y="1113905"/>
                </a:cubicBezTo>
                <a:cubicBezTo>
                  <a:pt x="1794228" y="1095843"/>
                  <a:pt x="1815386" y="1083161"/>
                  <a:pt x="1829052" y="1064029"/>
                </a:cubicBezTo>
                <a:cubicBezTo>
                  <a:pt x="1843457" y="1043862"/>
                  <a:pt x="1851219" y="1019694"/>
                  <a:pt x="1862303" y="997527"/>
                </a:cubicBezTo>
                <a:cubicBezTo>
                  <a:pt x="1867845" y="964276"/>
                  <a:pt x="1878929" y="931484"/>
                  <a:pt x="1878929" y="897774"/>
                </a:cubicBezTo>
                <a:cubicBezTo>
                  <a:pt x="1878929" y="864065"/>
                  <a:pt x="1871173" y="830544"/>
                  <a:pt x="1862303" y="798022"/>
                </a:cubicBezTo>
                <a:cubicBezTo>
                  <a:pt x="1854450" y="769230"/>
                  <a:pt x="1843343" y="741094"/>
                  <a:pt x="1829052" y="714894"/>
                </a:cubicBezTo>
                <a:cubicBezTo>
                  <a:pt x="1784450" y="633124"/>
                  <a:pt x="1713528" y="558232"/>
                  <a:pt x="1662798" y="482138"/>
                </a:cubicBezTo>
                <a:cubicBezTo>
                  <a:pt x="1639668" y="447444"/>
                  <a:pt x="1606185" y="395221"/>
                  <a:pt x="1579670" y="365760"/>
                </a:cubicBezTo>
                <a:cubicBezTo>
                  <a:pt x="1548213" y="330807"/>
                  <a:pt x="1513169" y="299258"/>
                  <a:pt x="1479918" y="266007"/>
                </a:cubicBezTo>
                <a:cubicBezTo>
                  <a:pt x="1463292" y="249381"/>
                  <a:pt x="1451071" y="226646"/>
                  <a:pt x="1430041" y="216131"/>
                </a:cubicBezTo>
                <a:cubicBezTo>
                  <a:pt x="1407874" y="205047"/>
                  <a:pt x="1384791" y="195631"/>
                  <a:pt x="1363539" y="182880"/>
                </a:cubicBezTo>
                <a:cubicBezTo>
                  <a:pt x="1316111" y="154423"/>
                  <a:pt x="1254291" y="102129"/>
                  <a:pt x="1197285" y="83127"/>
                </a:cubicBezTo>
                <a:cubicBezTo>
                  <a:pt x="1170477" y="74191"/>
                  <a:pt x="1141867" y="72044"/>
                  <a:pt x="1114158" y="66502"/>
                </a:cubicBezTo>
                <a:cubicBezTo>
                  <a:pt x="1091991" y="55418"/>
                  <a:pt x="1071850" y="38627"/>
                  <a:pt x="1047656" y="33251"/>
                </a:cubicBezTo>
                <a:cubicBezTo>
                  <a:pt x="971149" y="16249"/>
                  <a:pt x="814899" y="0"/>
                  <a:pt x="814899" y="0"/>
                </a:cubicBezTo>
                <a:cubicBezTo>
                  <a:pt x="681896" y="5542"/>
                  <a:pt x="548250" y="2444"/>
                  <a:pt x="415889" y="16625"/>
                </a:cubicBezTo>
                <a:cubicBezTo>
                  <a:pt x="386388" y="19786"/>
                  <a:pt x="300136" y="82502"/>
                  <a:pt x="282885" y="99753"/>
                </a:cubicBezTo>
                <a:cubicBezTo>
                  <a:pt x="268756" y="113882"/>
                  <a:pt x="262426" y="134279"/>
                  <a:pt x="249634" y="149629"/>
                </a:cubicBezTo>
                <a:cubicBezTo>
                  <a:pt x="209630" y="197633"/>
                  <a:pt x="198924" y="200061"/>
                  <a:pt x="149881" y="232756"/>
                </a:cubicBezTo>
                <a:cubicBezTo>
                  <a:pt x="133256" y="254923"/>
                  <a:pt x="118038" y="278220"/>
                  <a:pt x="100005" y="299258"/>
                </a:cubicBezTo>
                <a:cubicBezTo>
                  <a:pt x="3997" y="411268"/>
                  <a:pt x="90369" y="288774"/>
                  <a:pt x="16878" y="399011"/>
                </a:cubicBezTo>
                <a:cubicBezTo>
                  <a:pt x="252" y="482140"/>
                  <a:pt x="-10832" y="482136"/>
                  <a:pt x="16878" y="565265"/>
                </a:cubicBezTo>
                <a:cubicBezTo>
                  <a:pt x="19356" y="572700"/>
                  <a:pt x="27961" y="576349"/>
                  <a:pt x="33503" y="58189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Up Arrow 18">
            <a:extLst>
              <a:ext uri="{FF2B5EF4-FFF2-40B4-BE49-F238E27FC236}">
                <a16:creationId xmlns:a16="http://schemas.microsoft.com/office/drawing/2014/main" id="{DEC09CCA-BF3E-CCBB-38CB-BA6EF8C755F2}"/>
              </a:ext>
            </a:extLst>
          </p:cNvPr>
          <p:cNvSpPr/>
          <p:nvPr/>
        </p:nvSpPr>
        <p:spPr>
          <a:xfrm rot="10800000" flipV="1">
            <a:off x="3179002" y="2541286"/>
            <a:ext cx="221161" cy="235403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 Arrow 20">
            <a:extLst>
              <a:ext uri="{FF2B5EF4-FFF2-40B4-BE49-F238E27FC236}">
                <a16:creationId xmlns:a16="http://schemas.microsoft.com/office/drawing/2014/main" id="{439A1D52-0703-21F9-01EA-83F39A31D298}"/>
              </a:ext>
            </a:extLst>
          </p:cNvPr>
          <p:cNvSpPr/>
          <p:nvPr/>
        </p:nvSpPr>
        <p:spPr>
          <a:xfrm rot="10800000" flipV="1">
            <a:off x="3472459" y="3242086"/>
            <a:ext cx="221161" cy="235403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0D5BAC-675B-06EF-D6A4-91300A56A497}"/>
              </a:ext>
            </a:extLst>
          </p:cNvPr>
          <p:cNvSpPr txBox="1"/>
          <p:nvPr/>
        </p:nvSpPr>
        <p:spPr>
          <a:xfrm>
            <a:off x="2481905" y="4160341"/>
            <a:ext cx="209256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Later breeding -&gt;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569768-94A0-D6A3-4939-8E786F1B9D9D}"/>
              </a:ext>
            </a:extLst>
          </p:cNvPr>
          <p:cNvSpPr txBox="1"/>
          <p:nvPr/>
        </p:nvSpPr>
        <p:spPr>
          <a:xfrm rot="16200000">
            <a:off x="-73048" y="2356620"/>
            <a:ext cx="209256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Relative fitness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953978-C772-9A31-1354-60CBDD367532}"/>
              </a:ext>
            </a:extLst>
          </p:cNvPr>
          <p:cNvSpPr txBox="1"/>
          <p:nvPr/>
        </p:nvSpPr>
        <p:spPr>
          <a:xfrm>
            <a:off x="2949834" y="1980281"/>
            <a:ext cx="543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kern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8A0301-E9FD-E8EE-3222-13F6D0BDF4F7}"/>
              </a:ext>
            </a:extLst>
          </p:cNvPr>
          <p:cNvSpPr txBox="1"/>
          <p:nvPr/>
        </p:nvSpPr>
        <p:spPr>
          <a:xfrm>
            <a:off x="1703556" y="1153325"/>
            <a:ext cx="3579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Individual optimization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290F0C-3E64-D1F0-8042-28E7F990F62A}"/>
              </a:ext>
            </a:extLst>
          </p:cNvPr>
          <p:cNvSpPr txBox="1"/>
          <p:nvPr/>
        </p:nvSpPr>
        <p:spPr>
          <a:xfrm>
            <a:off x="5622686" y="4834932"/>
            <a:ext cx="36870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Result is possibility of negative fitness which can’t happen, can’t find function that gives the pattern and doesn’t go negative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34414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ECDAA7-F461-5EB6-ECF5-B5E29B8D3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493" y="1213803"/>
            <a:ext cx="4554928" cy="40286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AAB491-2799-3305-2555-B88C248A8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942" y="324803"/>
            <a:ext cx="41656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8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5C7B52-12CA-C0B4-E197-2EEEBBF97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213" y="1150374"/>
            <a:ext cx="7256902" cy="14174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679269-4A35-1D11-B381-52782A489D33}"/>
              </a:ext>
            </a:extLst>
          </p:cNvPr>
          <p:cNvSpPr txBox="1"/>
          <p:nvPr/>
        </p:nvSpPr>
        <p:spPr>
          <a:xfrm>
            <a:off x="1460090" y="2567858"/>
            <a:ext cx="58256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Wish to compute </a:t>
            </a:r>
          </a:p>
          <a:p>
            <a:endParaRPr lang="en-US" dirty="0"/>
          </a:p>
          <a:p>
            <a:pPr marL="342900" indent="-342900">
              <a:buAutoNum type="arabicParenBoth"/>
            </a:pPr>
            <a:r>
              <a:rPr lang="en-US" dirty="0"/>
              <a:t>the equilibrium variance and mean in y. Differentiate set equal to 0, then integrate over </a:t>
            </a:r>
            <a:r>
              <a:rPr lang="en-US" i="1" dirty="0"/>
              <a:t>n.</a:t>
            </a:r>
          </a:p>
          <a:p>
            <a:pPr marL="342900" indent="-342900">
              <a:buAutoNum type="arabicParenBoth"/>
            </a:pPr>
            <a:endParaRPr lang="en-US" i="1" dirty="0"/>
          </a:p>
          <a:p>
            <a:pPr marL="342900" indent="-342900">
              <a:buAutoNum type="arabicParenBoth"/>
            </a:pPr>
            <a:r>
              <a:rPr lang="en-US" dirty="0"/>
              <a:t>The correlation between  </a:t>
            </a:r>
            <a:r>
              <a:rPr lang="en-US" i="1" dirty="0"/>
              <a:t>y</a:t>
            </a:r>
            <a:r>
              <a:rPr lang="en-US" dirty="0"/>
              <a:t> and </a:t>
            </a:r>
            <a:r>
              <a:rPr lang="en-US" i="1" dirty="0"/>
              <a:t>w.</a:t>
            </a:r>
          </a:p>
        </p:txBody>
      </p:sp>
    </p:spTree>
    <p:extLst>
      <p:ext uri="{BB962C8B-B14F-4D97-AF65-F5344CB8AC3E}">
        <p14:creationId xmlns:p14="http://schemas.microsoft.com/office/powerpoint/2010/main" val="3000521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2B455-F88E-05C0-97C5-81C88D18B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436648BB-E4CD-D25D-1EF1-140E97074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30" y="1165627"/>
            <a:ext cx="4699456" cy="34608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ED9208C-2ED5-C654-0760-D252D1F04939}"/>
              </a:ext>
            </a:extLst>
          </p:cNvPr>
          <p:cNvSpPr txBox="1"/>
          <p:nvPr/>
        </p:nvSpPr>
        <p:spPr>
          <a:xfrm>
            <a:off x="1596044" y="3773978"/>
            <a:ext cx="38903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0             1            2             3           4            5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43CDB41-D1CA-0D8B-1056-D8CA741240A4}"/>
              </a:ext>
            </a:extLst>
          </p:cNvPr>
          <p:cNvSpPr/>
          <p:nvPr/>
        </p:nvSpPr>
        <p:spPr>
          <a:xfrm>
            <a:off x="4139486" y="1529542"/>
            <a:ext cx="1878929" cy="1479665"/>
          </a:xfrm>
          <a:custGeom>
            <a:avLst/>
            <a:gdLst>
              <a:gd name="connsiteX0" fmla="*/ 50129 w 1878929"/>
              <a:gd name="connsiteY0" fmla="*/ 498763 h 1479665"/>
              <a:gd name="connsiteX1" fmla="*/ 50129 w 1878929"/>
              <a:gd name="connsiteY1" fmla="*/ 798022 h 1479665"/>
              <a:gd name="connsiteX2" fmla="*/ 149881 w 1878929"/>
              <a:gd name="connsiteY2" fmla="*/ 964276 h 1479665"/>
              <a:gd name="connsiteX3" fmla="*/ 233009 w 1878929"/>
              <a:gd name="connsiteY3" fmla="*/ 1080654 h 1479665"/>
              <a:gd name="connsiteX4" fmla="*/ 332761 w 1878929"/>
              <a:gd name="connsiteY4" fmla="*/ 1163782 h 1479665"/>
              <a:gd name="connsiteX5" fmla="*/ 415889 w 1878929"/>
              <a:gd name="connsiteY5" fmla="*/ 1263534 h 1479665"/>
              <a:gd name="connsiteX6" fmla="*/ 465765 w 1878929"/>
              <a:gd name="connsiteY6" fmla="*/ 1330036 h 1479665"/>
              <a:gd name="connsiteX7" fmla="*/ 665270 w 1878929"/>
              <a:gd name="connsiteY7" fmla="*/ 1429789 h 1479665"/>
              <a:gd name="connsiteX8" fmla="*/ 715147 w 1878929"/>
              <a:gd name="connsiteY8" fmla="*/ 1446414 h 1479665"/>
              <a:gd name="connsiteX9" fmla="*/ 765023 w 1878929"/>
              <a:gd name="connsiteY9" fmla="*/ 1463040 h 1479665"/>
              <a:gd name="connsiteX10" fmla="*/ 848150 w 1878929"/>
              <a:gd name="connsiteY10" fmla="*/ 1479665 h 1479665"/>
              <a:gd name="connsiteX11" fmla="*/ 1147409 w 1878929"/>
              <a:gd name="connsiteY11" fmla="*/ 1463040 h 1479665"/>
              <a:gd name="connsiteX12" fmla="*/ 1280412 w 1878929"/>
              <a:gd name="connsiteY12" fmla="*/ 1396538 h 1479665"/>
              <a:gd name="connsiteX13" fmla="*/ 1330289 w 1878929"/>
              <a:gd name="connsiteY13" fmla="*/ 1379913 h 1479665"/>
              <a:gd name="connsiteX14" fmla="*/ 1380165 w 1878929"/>
              <a:gd name="connsiteY14" fmla="*/ 1346662 h 1479665"/>
              <a:gd name="connsiteX15" fmla="*/ 1463292 w 1878929"/>
              <a:gd name="connsiteY15" fmla="*/ 1313411 h 1479665"/>
              <a:gd name="connsiteX16" fmla="*/ 1513169 w 1878929"/>
              <a:gd name="connsiteY16" fmla="*/ 1296785 h 1479665"/>
              <a:gd name="connsiteX17" fmla="*/ 1563045 w 1878929"/>
              <a:gd name="connsiteY17" fmla="*/ 1263534 h 1479665"/>
              <a:gd name="connsiteX18" fmla="*/ 1612921 w 1878929"/>
              <a:gd name="connsiteY18" fmla="*/ 1246909 h 1479665"/>
              <a:gd name="connsiteX19" fmla="*/ 1745925 w 1878929"/>
              <a:gd name="connsiteY19" fmla="*/ 1163782 h 1479665"/>
              <a:gd name="connsiteX20" fmla="*/ 1779176 w 1878929"/>
              <a:gd name="connsiteY20" fmla="*/ 1113905 h 1479665"/>
              <a:gd name="connsiteX21" fmla="*/ 1829052 w 1878929"/>
              <a:gd name="connsiteY21" fmla="*/ 1064029 h 1479665"/>
              <a:gd name="connsiteX22" fmla="*/ 1862303 w 1878929"/>
              <a:gd name="connsiteY22" fmla="*/ 997527 h 1479665"/>
              <a:gd name="connsiteX23" fmla="*/ 1878929 w 1878929"/>
              <a:gd name="connsiteY23" fmla="*/ 897774 h 1479665"/>
              <a:gd name="connsiteX24" fmla="*/ 1862303 w 1878929"/>
              <a:gd name="connsiteY24" fmla="*/ 798022 h 1479665"/>
              <a:gd name="connsiteX25" fmla="*/ 1829052 w 1878929"/>
              <a:gd name="connsiteY25" fmla="*/ 714894 h 1479665"/>
              <a:gd name="connsiteX26" fmla="*/ 1662798 w 1878929"/>
              <a:gd name="connsiteY26" fmla="*/ 482138 h 1479665"/>
              <a:gd name="connsiteX27" fmla="*/ 1579670 w 1878929"/>
              <a:gd name="connsiteY27" fmla="*/ 365760 h 1479665"/>
              <a:gd name="connsiteX28" fmla="*/ 1479918 w 1878929"/>
              <a:gd name="connsiteY28" fmla="*/ 266007 h 1479665"/>
              <a:gd name="connsiteX29" fmla="*/ 1430041 w 1878929"/>
              <a:gd name="connsiteY29" fmla="*/ 216131 h 1479665"/>
              <a:gd name="connsiteX30" fmla="*/ 1363539 w 1878929"/>
              <a:gd name="connsiteY30" fmla="*/ 182880 h 1479665"/>
              <a:gd name="connsiteX31" fmla="*/ 1197285 w 1878929"/>
              <a:gd name="connsiteY31" fmla="*/ 83127 h 1479665"/>
              <a:gd name="connsiteX32" fmla="*/ 1114158 w 1878929"/>
              <a:gd name="connsiteY32" fmla="*/ 66502 h 1479665"/>
              <a:gd name="connsiteX33" fmla="*/ 1047656 w 1878929"/>
              <a:gd name="connsiteY33" fmla="*/ 33251 h 1479665"/>
              <a:gd name="connsiteX34" fmla="*/ 814899 w 1878929"/>
              <a:gd name="connsiteY34" fmla="*/ 0 h 1479665"/>
              <a:gd name="connsiteX35" fmla="*/ 415889 w 1878929"/>
              <a:gd name="connsiteY35" fmla="*/ 16625 h 1479665"/>
              <a:gd name="connsiteX36" fmla="*/ 282885 w 1878929"/>
              <a:gd name="connsiteY36" fmla="*/ 99753 h 1479665"/>
              <a:gd name="connsiteX37" fmla="*/ 249634 w 1878929"/>
              <a:gd name="connsiteY37" fmla="*/ 149629 h 1479665"/>
              <a:gd name="connsiteX38" fmla="*/ 149881 w 1878929"/>
              <a:gd name="connsiteY38" fmla="*/ 232756 h 1479665"/>
              <a:gd name="connsiteX39" fmla="*/ 100005 w 1878929"/>
              <a:gd name="connsiteY39" fmla="*/ 299258 h 1479665"/>
              <a:gd name="connsiteX40" fmla="*/ 16878 w 1878929"/>
              <a:gd name="connsiteY40" fmla="*/ 399011 h 1479665"/>
              <a:gd name="connsiteX41" fmla="*/ 16878 w 1878929"/>
              <a:gd name="connsiteY41" fmla="*/ 565265 h 1479665"/>
              <a:gd name="connsiteX42" fmla="*/ 33503 w 1878929"/>
              <a:gd name="connsiteY42" fmla="*/ 581891 h 1479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878929" h="1479665">
                <a:moveTo>
                  <a:pt x="50129" y="498763"/>
                </a:moveTo>
                <a:cubicBezTo>
                  <a:pt x="30780" y="634204"/>
                  <a:pt x="20687" y="640994"/>
                  <a:pt x="50129" y="798022"/>
                </a:cubicBezTo>
                <a:cubicBezTo>
                  <a:pt x="65163" y="878205"/>
                  <a:pt x="102065" y="900521"/>
                  <a:pt x="149881" y="964276"/>
                </a:cubicBezTo>
                <a:cubicBezTo>
                  <a:pt x="202522" y="1034464"/>
                  <a:pt x="165568" y="1001973"/>
                  <a:pt x="233009" y="1080654"/>
                </a:cubicBezTo>
                <a:cubicBezTo>
                  <a:pt x="275682" y="1130438"/>
                  <a:pt x="281451" y="1129575"/>
                  <a:pt x="332761" y="1163782"/>
                </a:cubicBezTo>
                <a:cubicBezTo>
                  <a:pt x="406255" y="1274021"/>
                  <a:pt x="319876" y="1151519"/>
                  <a:pt x="415889" y="1263534"/>
                </a:cubicBezTo>
                <a:cubicBezTo>
                  <a:pt x="433922" y="1284572"/>
                  <a:pt x="445055" y="1311627"/>
                  <a:pt x="465765" y="1330036"/>
                </a:cubicBezTo>
                <a:cubicBezTo>
                  <a:pt x="543113" y="1398790"/>
                  <a:pt x="572834" y="1398977"/>
                  <a:pt x="665270" y="1429789"/>
                </a:cubicBezTo>
                <a:lnTo>
                  <a:pt x="715147" y="1446414"/>
                </a:lnTo>
                <a:cubicBezTo>
                  <a:pt x="731772" y="1451956"/>
                  <a:pt x="747839" y="1459603"/>
                  <a:pt x="765023" y="1463040"/>
                </a:cubicBezTo>
                <a:lnTo>
                  <a:pt x="848150" y="1479665"/>
                </a:lnTo>
                <a:cubicBezTo>
                  <a:pt x="947903" y="1474123"/>
                  <a:pt x="1047952" y="1472512"/>
                  <a:pt x="1147409" y="1463040"/>
                </a:cubicBezTo>
                <a:cubicBezTo>
                  <a:pt x="1193718" y="1458630"/>
                  <a:pt x="1245361" y="1414063"/>
                  <a:pt x="1280412" y="1396538"/>
                </a:cubicBezTo>
                <a:cubicBezTo>
                  <a:pt x="1296087" y="1388701"/>
                  <a:pt x="1313663" y="1385455"/>
                  <a:pt x="1330289" y="1379913"/>
                </a:cubicBezTo>
                <a:cubicBezTo>
                  <a:pt x="1346914" y="1368829"/>
                  <a:pt x="1362293" y="1355598"/>
                  <a:pt x="1380165" y="1346662"/>
                </a:cubicBezTo>
                <a:cubicBezTo>
                  <a:pt x="1406858" y="1333315"/>
                  <a:pt x="1435349" y="1323890"/>
                  <a:pt x="1463292" y="1313411"/>
                </a:cubicBezTo>
                <a:cubicBezTo>
                  <a:pt x="1479701" y="1307257"/>
                  <a:pt x="1497494" y="1304622"/>
                  <a:pt x="1513169" y="1296785"/>
                </a:cubicBezTo>
                <a:cubicBezTo>
                  <a:pt x="1531041" y="1287849"/>
                  <a:pt x="1545173" y="1272470"/>
                  <a:pt x="1563045" y="1263534"/>
                </a:cubicBezTo>
                <a:cubicBezTo>
                  <a:pt x="1578719" y="1255697"/>
                  <a:pt x="1596813" y="1253812"/>
                  <a:pt x="1612921" y="1246909"/>
                </a:cubicBezTo>
                <a:cubicBezTo>
                  <a:pt x="1683920" y="1216481"/>
                  <a:pt x="1682277" y="1211517"/>
                  <a:pt x="1745925" y="1163782"/>
                </a:cubicBezTo>
                <a:cubicBezTo>
                  <a:pt x="1757009" y="1147156"/>
                  <a:pt x="1766384" y="1129255"/>
                  <a:pt x="1779176" y="1113905"/>
                </a:cubicBezTo>
                <a:cubicBezTo>
                  <a:pt x="1794228" y="1095843"/>
                  <a:pt x="1815386" y="1083161"/>
                  <a:pt x="1829052" y="1064029"/>
                </a:cubicBezTo>
                <a:cubicBezTo>
                  <a:pt x="1843457" y="1043862"/>
                  <a:pt x="1851219" y="1019694"/>
                  <a:pt x="1862303" y="997527"/>
                </a:cubicBezTo>
                <a:cubicBezTo>
                  <a:pt x="1867845" y="964276"/>
                  <a:pt x="1878929" y="931484"/>
                  <a:pt x="1878929" y="897774"/>
                </a:cubicBezTo>
                <a:cubicBezTo>
                  <a:pt x="1878929" y="864065"/>
                  <a:pt x="1871173" y="830544"/>
                  <a:pt x="1862303" y="798022"/>
                </a:cubicBezTo>
                <a:cubicBezTo>
                  <a:pt x="1854450" y="769230"/>
                  <a:pt x="1843343" y="741094"/>
                  <a:pt x="1829052" y="714894"/>
                </a:cubicBezTo>
                <a:cubicBezTo>
                  <a:pt x="1784450" y="633124"/>
                  <a:pt x="1713528" y="558232"/>
                  <a:pt x="1662798" y="482138"/>
                </a:cubicBezTo>
                <a:cubicBezTo>
                  <a:pt x="1639668" y="447444"/>
                  <a:pt x="1606185" y="395221"/>
                  <a:pt x="1579670" y="365760"/>
                </a:cubicBezTo>
                <a:cubicBezTo>
                  <a:pt x="1548213" y="330807"/>
                  <a:pt x="1513169" y="299258"/>
                  <a:pt x="1479918" y="266007"/>
                </a:cubicBezTo>
                <a:cubicBezTo>
                  <a:pt x="1463292" y="249381"/>
                  <a:pt x="1451071" y="226646"/>
                  <a:pt x="1430041" y="216131"/>
                </a:cubicBezTo>
                <a:cubicBezTo>
                  <a:pt x="1407874" y="205047"/>
                  <a:pt x="1384791" y="195631"/>
                  <a:pt x="1363539" y="182880"/>
                </a:cubicBezTo>
                <a:cubicBezTo>
                  <a:pt x="1316111" y="154423"/>
                  <a:pt x="1254291" y="102129"/>
                  <a:pt x="1197285" y="83127"/>
                </a:cubicBezTo>
                <a:cubicBezTo>
                  <a:pt x="1170477" y="74191"/>
                  <a:pt x="1141867" y="72044"/>
                  <a:pt x="1114158" y="66502"/>
                </a:cubicBezTo>
                <a:cubicBezTo>
                  <a:pt x="1091991" y="55418"/>
                  <a:pt x="1071850" y="38627"/>
                  <a:pt x="1047656" y="33251"/>
                </a:cubicBezTo>
                <a:cubicBezTo>
                  <a:pt x="971149" y="16249"/>
                  <a:pt x="814899" y="0"/>
                  <a:pt x="814899" y="0"/>
                </a:cubicBezTo>
                <a:cubicBezTo>
                  <a:pt x="681896" y="5542"/>
                  <a:pt x="548250" y="2444"/>
                  <a:pt x="415889" y="16625"/>
                </a:cubicBezTo>
                <a:cubicBezTo>
                  <a:pt x="386388" y="19786"/>
                  <a:pt x="300136" y="82502"/>
                  <a:pt x="282885" y="99753"/>
                </a:cubicBezTo>
                <a:cubicBezTo>
                  <a:pt x="268756" y="113882"/>
                  <a:pt x="262426" y="134279"/>
                  <a:pt x="249634" y="149629"/>
                </a:cubicBezTo>
                <a:cubicBezTo>
                  <a:pt x="209630" y="197633"/>
                  <a:pt x="198924" y="200061"/>
                  <a:pt x="149881" y="232756"/>
                </a:cubicBezTo>
                <a:cubicBezTo>
                  <a:pt x="133256" y="254923"/>
                  <a:pt x="118038" y="278220"/>
                  <a:pt x="100005" y="299258"/>
                </a:cubicBezTo>
                <a:cubicBezTo>
                  <a:pt x="3997" y="411268"/>
                  <a:pt x="90369" y="288774"/>
                  <a:pt x="16878" y="399011"/>
                </a:cubicBezTo>
                <a:cubicBezTo>
                  <a:pt x="252" y="482140"/>
                  <a:pt x="-10832" y="482136"/>
                  <a:pt x="16878" y="565265"/>
                </a:cubicBezTo>
                <a:cubicBezTo>
                  <a:pt x="19356" y="572700"/>
                  <a:pt x="27961" y="576349"/>
                  <a:pt x="33503" y="58189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Up Arrow 18">
            <a:extLst>
              <a:ext uri="{FF2B5EF4-FFF2-40B4-BE49-F238E27FC236}">
                <a16:creationId xmlns:a16="http://schemas.microsoft.com/office/drawing/2014/main" id="{0133F051-6210-C21E-1407-921E9C14E331}"/>
              </a:ext>
            </a:extLst>
          </p:cNvPr>
          <p:cNvSpPr/>
          <p:nvPr/>
        </p:nvSpPr>
        <p:spPr>
          <a:xfrm rot="10800000" flipV="1">
            <a:off x="3179002" y="2541286"/>
            <a:ext cx="221161" cy="235403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 Arrow 20">
            <a:extLst>
              <a:ext uri="{FF2B5EF4-FFF2-40B4-BE49-F238E27FC236}">
                <a16:creationId xmlns:a16="http://schemas.microsoft.com/office/drawing/2014/main" id="{2C3B4EE4-E2BA-FBEE-B715-73DB2F245391}"/>
              </a:ext>
            </a:extLst>
          </p:cNvPr>
          <p:cNvSpPr/>
          <p:nvPr/>
        </p:nvSpPr>
        <p:spPr>
          <a:xfrm rot="10800000" flipV="1">
            <a:off x="3472459" y="3242086"/>
            <a:ext cx="221161" cy="235403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CCD2E5-7528-18E6-D845-881977304820}"/>
              </a:ext>
            </a:extLst>
          </p:cNvPr>
          <p:cNvSpPr txBox="1"/>
          <p:nvPr/>
        </p:nvSpPr>
        <p:spPr>
          <a:xfrm>
            <a:off x="2481905" y="4160341"/>
            <a:ext cx="209256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Later breeding -&gt;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28CF18-5B3A-0FA5-67C3-B3E2A8656C1B}"/>
              </a:ext>
            </a:extLst>
          </p:cNvPr>
          <p:cNvSpPr txBox="1"/>
          <p:nvPr/>
        </p:nvSpPr>
        <p:spPr>
          <a:xfrm rot="16200000">
            <a:off x="-73048" y="2356620"/>
            <a:ext cx="209256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Relative fitness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824981-885B-8BCA-15DA-9838F3CEE180}"/>
              </a:ext>
            </a:extLst>
          </p:cNvPr>
          <p:cNvSpPr txBox="1"/>
          <p:nvPr/>
        </p:nvSpPr>
        <p:spPr>
          <a:xfrm>
            <a:off x="2949834" y="1980281"/>
            <a:ext cx="543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kern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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A55C3-C3A3-89E2-092A-7C333CEA9243}"/>
              </a:ext>
            </a:extLst>
          </p:cNvPr>
          <p:cNvSpPr txBox="1"/>
          <p:nvPr/>
        </p:nvSpPr>
        <p:spPr>
          <a:xfrm>
            <a:off x="1703556" y="1153325"/>
            <a:ext cx="3579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Individual optimization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DE744-DFC3-7232-E379-53AE971E8622}"/>
              </a:ext>
            </a:extLst>
          </p:cNvPr>
          <p:cNvSpPr txBox="1"/>
          <p:nvPr/>
        </p:nvSpPr>
        <p:spPr>
          <a:xfrm>
            <a:off x="6063021" y="2606468"/>
            <a:ext cx="368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Rowe et 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34B8F0-970E-15C2-336D-FA0C01503528}"/>
              </a:ext>
            </a:extLst>
          </p:cNvPr>
          <p:cNvCxnSpPr>
            <a:cxnSpLocks/>
          </p:cNvCxnSpPr>
          <p:nvPr/>
        </p:nvCxnSpPr>
        <p:spPr>
          <a:xfrm flipH="1">
            <a:off x="1596044" y="3650273"/>
            <a:ext cx="104391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30BDA4-A8D2-0211-4248-2E9A48D0D8CE}"/>
              </a:ext>
            </a:extLst>
          </p:cNvPr>
          <p:cNvCxnSpPr>
            <a:cxnSpLocks/>
          </p:cNvCxnSpPr>
          <p:nvPr/>
        </p:nvCxnSpPr>
        <p:spPr>
          <a:xfrm flipH="1">
            <a:off x="2611948" y="3009207"/>
            <a:ext cx="1962523" cy="638655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F456560-9189-9453-4164-EB2EA4DCA51B}"/>
              </a:ext>
            </a:extLst>
          </p:cNvPr>
          <p:cNvCxnSpPr>
            <a:cxnSpLocks/>
          </p:cNvCxnSpPr>
          <p:nvPr/>
        </p:nvCxnSpPr>
        <p:spPr>
          <a:xfrm flipH="1">
            <a:off x="1608384" y="2554851"/>
            <a:ext cx="2748595" cy="99862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758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7C5DC-02F1-1E96-5D71-5F9152931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7D95B1-FE64-3148-1056-0E9F0BFC5D56}"/>
              </a:ext>
            </a:extLst>
          </p:cNvPr>
          <p:cNvSpPr txBox="1"/>
          <p:nvPr/>
        </p:nvSpPr>
        <p:spPr>
          <a:xfrm>
            <a:off x="1402530" y="1769513"/>
            <a:ext cx="36870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functions result in later breeding birds having lower fitness, i.e., a correlation of fitness with lay date that comes through </a:t>
            </a:r>
            <a:r>
              <a:rPr lang="en-US" i="1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849713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16858</TotalTime>
  <Words>375</Words>
  <Application>Microsoft Macintosh PowerPoint</Application>
  <PresentationFormat>Widescreen</PresentationFormat>
  <Paragraphs>100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Trevor Price</dc:creator>
  <cp:lastModifiedBy>Trevor Price</cp:lastModifiedBy>
  <cp:revision>15</cp:revision>
  <dcterms:created xsi:type="dcterms:W3CDTF">2025-11-25T15:47:34Z</dcterms:created>
  <dcterms:modified xsi:type="dcterms:W3CDTF">2026-02-17T12:20:35Z</dcterms:modified>
</cp:coreProperties>
</file>